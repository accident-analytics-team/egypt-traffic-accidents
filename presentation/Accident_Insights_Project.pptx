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304" r:id="rId5"/>
    <p:sldId id="258" r:id="rId6"/>
    <p:sldId id="339" r:id="rId7"/>
    <p:sldId id="340" r:id="rId8"/>
    <p:sldId id="341" r:id="rId9"/>
    <p:sldId id="342" r:id="rId10"/>
    <p:sldId id="260" r:id="rId11"/>
    <p:sldId id="257" r:id="rId12"/>
    <p:sldId id="264" r:id="rId13"/>
    <p:sldId id="267" r:id="rId14"/>
    <p:sldId id="268" r:id="rId15"/>
    <p:sldId id="282" r:id="rId16"/>
    <p:sldId id="337" r:id="rId17"/>
    <p:sldId id="343" r:id="rId18"/>
    <p:sldId id="269" r:id="rId19"/>
    <p:sldId id="301" r:id="rId20"/>
    <p:sldId id="302" r:id="rId21"/>
    <p:sldId id="303" r:id="rId22"/>
    <p:sldId id="314" r:id="rId23"/>
    <p:sldId id="328" r:id="rId24"/>
    <p:sldId id="329" r:id="rId25"/>
    <p:sldId id="330" r:id="rId26"/>
    <p:sldId id="334" r:id="rId27"/>
    <p:sldId id="333" r:id="rId28"/>
    <p:sldId id="332" r:id="rId29"/>
    <p:sldId id="331" r:id="rId30"/>
    <p:sldId id="335" r:id="rId31"/>
    <p:sldId id="336" r:id="rId32"/>
    <p:sldId id="270" r:id="rId33"/>
    <p:sldId id="290" r:id="rId34"/>
    <p:sldId id="291" r:id="rId35"/>
    <p:sldId id="292" r:id="rId36"/>
    <p:sldId id="293" r:id="rId37"/>
    <p:sldId id="294" r:id="rId38"/>
    <p:sldId id="295" r:id="rId39"/>
    <p:sldId id="296" r:id="rId40"/>
    <p:sldId id="297" r:id="rId41"/>
    <p:sldId id="298" r:id="rId42"/>
    <p:sldId id="299" r:id="rId43"/>
    <p:sldId id="300" r:id="rId44"/>
    <p:sldId id="347" r:id="rId45"/>
    <p:sldId id="346" r:id="rId46"/>
    <p:sldId id="27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m Gamal" initials="MG" lastIdx="1" clrIdx="0">
    <p:extLst>
      <p:ext uri="{19B8F6BF-5375-455C-9EA6-DF929625EA0E}">
        <p15:presenceInfo xmlns:p15="http://schemas.microsoft.com/office/powerpoint/2012/main" userId="f20061c4e4b4b7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D0BE"/>
    <a:srgbClr val="2F4F33"/>
    <a:srgbClr val="008000"/>
    <a:srgbClr val="738969"/>
    <a:srgbClr val="1C5E42"/>
    <a:srgbClr val="505F49"/>
    <a:srgbClr val="0F3121"/>
    <a:srgbClr val="3C4737"/>
    <a:srgbClr val="404C3A"/>
    <a:srgbClr val="222F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C3E020-795E-47C8-9754-D32DB48AB098}" type="doc">
      <dgm:prSet loTypeId="urn:microsoft.com/office/officeart/2005/8/layout/process1" loCatId="process" qsTypeId="urn:microsoft.com/office/officeart/2005/8/quickstyle/3d4" qsCatId="3D" csTypeId="urn:microsoft.com/office/officeart/2005/8/colors/accent6_3" csCatId="accent6" phldr="1"/>
      <dgm:spPr/>
      <dgm:t>
        <a:bodyPr/>
        <a:lstStyle/>
        <a:p>
          <a:endParaRPr lang="en-US"/>
        </a:p>
      </dgm:t>
    </dgm:pt>
    <dgm:pt modelId="{AC1ED2F1-F103-4AB3-AB81-B697C6B4ACB0}">
      <dgm:prSet/>
      <dgm:spPr/>
      <dgm:t>
        <a:bodyPr/>
        <a:lstStyle/>
        <a:p>
          <a:r>
            <a:rPr lang="en-US" dirty="0"/>
            <a:t>Maryam Gamal</a:t>
          </a:r>
        </a:p>
      </dgm:t>
    </dgm:pt>
    <dgm:pt modelId="{56BE973B-8B0A-43D5-9B1D-699F9AC5ADF9}" type="parTrans" cxnId="{AE2BA236-7D90-4CFE-A4E7-B02935C6D015}">
      <dgm:prSet/>
      <dgm:spPr/>
      <dgm:t>
        <a:bodyPr/>
        <a:lstStyle/>
        <a:p>
          <a:endParaRPr lang="en-US"/>
        </a:p>
      </dgm:t>
    </dgm:pt>
    <dgm:pt modelId="{829DF9D4-5860-413E-B27B-296086636355}" type="sibTrans" cxnId="{AE2BA236-7D90-4CFE-A4E7-B02935C6D015}">
      <dgm:prSet/>
      <dgm:spPr/>
      <dgm:t>
        <a:bodyPr/>
        <a:lstStyle/>
        <a:p>
          <a:endParaRPr lang="en-US"/>
        </a:p>
      </dgm:t>
    </dgm:pt>
    <dgm:pt modelId="{5655239C-F782-42F0-B9F9-60F33B1A74FF}">
      <dgm:prSet/>
      <dgm:spPr/>
      <dgm:t>
        <a:bodyPr/>
        <a:lstStyle/>
        <a:p>
          <a:r>
            <a:rPr lang="en-US" dirty="0"/>
            <a:t>Youssef Hossam</a:t>
          </a:r>
        </a:p>
      </dgm:t>
    </dgm:pt>
    <dgm:pt modelId="{6402650B-0823-428F-8B4D-C40653BB9A42}" type="parTrans" cxnId="{A91CC40B-FAD8-4429-87E2-7C24B05130C2}">
      <dgm:prSet/>
      <dgm:spPr/>
      <dgm:t>
        <a:bodyPr/>
        <a:lstStyle/>
        <a:p>
          <a:endParaRPr lang="en-US"/>
        </a:p>
      </dgm:t>
    </dgm:pt>
    <dgm:pt modelId="{3A671988-8CCF-4BA2-B803-BE9A165B4C16}" type="sibTrans" cxnId="{A91CC40B-FAD8-4429-87E2-7C24B05130C2}">
      <dgm:prSet/>
      <dgm:spPr/>
      <dgm:t>
        <a:bodyPr/>
        <a:lstStyle/>
        <a:p>
          <a:endParaRPr lang="en-US"/>
        </a:p>
      </dgm:t>
    </dgm:pt>
    <dgm:pt modelId="{A27106E1-70A0-48F5-9384-B124CEF20488}">
      <dgm:prSet/>
      <dgm:spPr/>
      <dgm:t>
        <a:bodyPr/>
        <a:lstStyle/>
        <a:p>
          <a:r>
            <a:rPr lang="en-US" dirty="0" err="1"/>
            <a:t>Rahma</a:t>
          </a:r>
          <a:r>
            <a:rPr lang="en-US" dirty="0"/>
            <a:t> Atia </a:t>
          </a:r>
        </a:p>
      </dgm:t>
    </dgm:pt>
    <dgm:pt modelId="{EC031B28-E7DF-426E-96C1-F8DD393EA488}" type="parTrans" cxnId="{A83C21C0-1023-4464-9CF7-D1D5C6145C59}">
      <dgm:prSet/>
      <dgm:spPr/>
      <dgm:t>
        <a:bodyPr/>
        <a:lstStyle/>
        <a:p>
          <a:endParaRPr lang="en-US"/>
        </a:p>
      </dgm:t>
    </dgm:pt>
    <dgm:pt modelId="{F9B52D65-74DA-41C2-AC8F-99B6A4722D6D}" type="sibTrans" cxnId="{A83C21C0-1023-4464-9CF7-D1D5C6145C59}">
      <dgm:prSet/>
      <dgm:spPr/>
      <dgm:t>
        <a:bodyPr/>
        <a:lstStyle/>
        <a:p>
          <a:endParaRPr lang="en-US"/>
        </a:p>
      </dgm:t>
    </dgm:pt>
    <dgm:pt modelId="{14D7EE03-ACE9-4141-AD76-2D41A1C89904}">
      <dgm:prSet/>
      <dgm:spPr/>
      <dgm:t>
        <a:bodyPr/>
        <a:lstStyle/>
        <a:p>
          <a:r>
            <a:rPr lang="en-US" dirty="0" err="1"/>
            <a:t>Feras</a:t>
          </a:r>
          <a:r>
            <a:rPr lang="en-US" dirty="0"/>
            <a:t> </a:t>
          </a:r>
          <a:r>
            <a:rPr lang="en-US" dirty="0" err="1"/>
            <a:t>Khlil</a:t>
          </a:r>
          <a:endParaRPr lang="en-US" dirty="0"/>
        </a:p>
      </dgm:t>
    </dgm:pt>
    <dgm:pt modelId="{2424045C-9540-4610-8A34-0E2BB7AADC55}" type="parTrans" cxnId="{9C4EAEC3-5EE1-43C8-8A1F-2483319B4CAC}">
      <dgm:prSet/>
      <dgm:spPr/>
      <dgm:t>
        <a:bodyPr/>
        <a:lstStyle/>
        <a:p>
          <a:endParaRPr lang="en-US"/>
        </a:p>
      </dgm:t>
    </dgm:pt>
    <dgm:pt modelId="{01A63553-6295-4C3C-852A-8800C9D333BD}" type="sibTrans" cxnId="{9C4EAEC3-5EE1-43C8-8A1F-2483319B4CAC}">
      <dgm:prSet/>
      <dgm:spPr/>
      <dgm:t>
        <a:bodyPr/>
        <a:lstStyle/>
        <a:p>
          <a:endParaRPr lang="en-US"/>
        </a:p>
      </dgm:t>
    </dgm:pt>
    <dgm:pt modelId="{82C4EA45-911F-474F-A85C-6EACF60819D9}" type="pres">
      <dgm:prSet presAssocID="{27C3E020-795E-47C8-9754-D32DB48AB098}" presName="Name0" presStyleCnt="0">
        <dgm:presLayoutVars>
          <dgm:dir/>
          <dgm:resizeHandles val="exact"/>
        </dgm:presLayoutVars>
      </dgm:prSet>
      <dgm:spPr/>
    </dgm:pt>
    <dgm:pt modelId="{1F4C8CAF-EDBD-4FEC-9096-1EF72257006C}" type="pres">
      <dgm:prSet presAssocID="{AC1ED2F1-F103-4AB3-AB81-B697C6B4ACB0}" presName="node" presStyleLbl="node1" presStyleIdx="0" presStyleCnt="4" custScaleX="115289" custScaleY="152849">
        <dgm:presLayoutVars>
          <dgm:bulletEnabled val="1"/>
        </dgm:presLayoutVars>
      </dgm:prSet>
      <dgm:spPr/>
    </dgm:pt>
    <dgm:pt modelId="{EEE8E0A2-6204-4617-B347-7CCECF9E282C}" type="pres">
      <dgm:prSet presAssocID="{829DF9D4-5860-413E-B27B-296086636355}" presName="sibTrans" presStyleLbl="sibTrans2D1" presStyleIdx="0" presStyleCnt="3"/>
      <dgm:spPr/>
    </dgm:pt>
    <dgm:pt modelId="{D56D9D35-1ED9-41C4-A43F-2D5D2A1AB182}" type="pres">
      <dgm:prSet presAssocID="{829DF9D4-5860-413E-B27B-296086636355}" presName="connectorText" presStyleLbl="sibTrans2D1" presStyleIdx="0" presStyleCnt="3"/>
      <dgm:spPr/>
    </dgm:pt>
    <dgm:pt modelId="{1FA95034-8406-490D-9571-FC503183430E}" type="pres">
      <dgm:prSet presAssocID="{5655239C-F782-42F0-B9F9-60F33B1A74FF}" presName="node" presStyleLbl="node1" presStyleIdx="1" presStyleCnt="4" custScaleX="119292" custScaleY="153546" custLinFactNeighborX="-1389" custLinFactNeighborY="-1467">
        <dgm:presLayoutVars>
          <dgm:bulletEnabled val="1"/>
        </dgm:presLayoutVars>
      </dgm:prSet>
      <dgm:spPr/>
    </dgm:pt>
    <dgm:pt modelId="{84AB3D32-CD7D-4701-AE4C-F506E70A6E06}" type="pres">
      <dgm:prSet presAssocID="{3A671988-8CCF-4BA2-B803-BE9A165B4C16}" presName="sibTrans" presStyleLbl="sibTrans2D1" presStyleIdx="1" presStyleCnt="3"/>
      <dgm:spPr/>
    </dgm:pt>
    <dgm:pt modelId="{D442F698-3FE3-4609-AC62-CFAF97A98760}" type="pres">
      <dgm:prSet presAssocID="{3A671988-8CCF-4BA2-B803-BE9A165B4C16}" presName="connectorText" presStyleLbl="sibTrans2D1" presStyleIdx="1" presStyleCnt="3"/>
      <dgm:spPr/>
    </dgm:pt>
    <dgm:pt modelId="{6F3DDF82-1567-4C0B-BB78-C3FAAA57C283}" type="pres">
      <dgm:prSet presAssocID="{A27106E1-70A0-48F5-9384-B124CEF20488}" presName="node" presStyleLbl="node1" presStyleIdx="2" presStyleCnt="4" custScaleX="114606" custScaleY="151250">
        <dgm:presLayoutVars>
          <dgm:bulletEnabled val="1"/>
        </dgm:presLayoutVars>
      </dgm:prSet>
      <dgm:spPr/>
    </dgm:pt>
    <dgm:pt modelId="{AD2AA12B-31FA-40F6-94AA-D7A25EFDAA9F}" type="pres">
      <dgm:prSet presAssocID="{F9B52D65-74DA-41C2-AC8F-99B6A4722D6D}" presName="sibTrans" presStyleLbl="sibTrans2D1" presStyleIdx="2" presStyleCnt="3"/>
      <dgm:spPr/>
    </dgm:pt>
    <dgm:pt modelId="{040A4D12-5D1A-4A0B-AFBD-DF3AEB009ED0}" type="pres">
      <dgm:prSet presAssocID="{F9B52D65-74DA-41C2-AC8F-99B6A4722D6D}" presName="connectorText" presStyleLbl="sibTrans2D1" presStyleIdx="2" presStyleCnt="3"/>
      <dgm:spPr/>
    </dgm:pt>
    <dgm:pt modelId="{B56CE454-80A6-4B94-9751-9E439896C186}" type="pres">
      <dgm:prSet presAssocID="{14D7EE03-ACE9-4141-AD76-2D41A1C89904}" presName="node" presStyleLbl="node1" presStyleIdx="3" presStyleCnt="4" custScaleX="106761" custScaleY="158678">
        <dgm:presLayoutVars>
          <dgm:bulletEnabled val="1"/>
        </dgm:presLayoutVars>
      </dgm:prSet>
      <dgm:spPr/>
    </dgm:pt>
  </dgm:ptLst>
  <dgm:cxnLst>
    <dgm:cxn modelId="{A91CC40B-FAD8-4429-87E2-7C24B05130C2}" srcId="{27C3E020-795E-47C8-9754-D32DB48AB098}" destId="{5655239C-F782-42F0-B9F9-60F33B1A74FF}" srcOrd="1" destOrd="0" parTransId="{6402650B-0823-428F-8B4D-C40653BB9A42}" sibTransId="{3A671988-8CCF-4BA2-B803-BE9A165B4C16}"/>
    <dgm:cxn modelId="{8DA4F51B-0AEA-4DB2-B432-DB9B675260ED}" type="presOf" srcId="{27C3E020-795E-47C8-9754-D32DB48AB098}" destId="{82C4EA45-911F-474F-A85C-6EACF60819D9}" srcOrd="0" destOrd="0" presId="urn:microsoft.com/office/officeart/2005/8/layout/process1"/>
    <dgm:cxn modelId="{15F1E328-BEEB-4899-9A68-6872662A9DF1}" type="presOf" srcId="{F9B52D65-74DA-41C2-AC8F-99B6A4722D6D}" destId="{040A4D12-5D1A-4A0B-AFBD-DF3AEB009ED0}" srcOrd="1" destOrd="0" presId="urn:microsoft.com/office/officeart/2005/8/layout/process1"/>
    <dgm:cxn modelId="{6078702A-E6FC-4655-B727-5AC77510FC7B}" type="presOf" srcId="{829DF9D4-5860-413E-B27B-296086636355}" destId="{EEE8E0A2-6204-4617-B347-7CCECF9E282C}" srcOrd="0" destOrd="0" presId="urn:microsoft.com/office/officeart/2005/8/layout/process1"/>
    <dgm:cxn modelId="{ED21832D-6ED0-40A1-BE77-FD4BC8EBE064}" type="presOf" srcId="{A27106E1-70A0-48F5-9384-B124CEF20488}" destId="{6F3DDF82-1567-4C0B-BB78-C3FAAA57C283}" srcOrd="0" destOrd="0" presId="urn:microsoft.com/office/officeart/2005/8/layout/process1"/>
    <dgm:cxn modelId="{AE2BA236-7D90-4CFE-A4E7-B02935C6D015}" srcId="{27C3E020-795E-47C8-9754-D32DB48AB098}" destId="{AC1ED2F1-F103-4AB3-AB81-B697C6B4ACB0}" srcOrd="0" destOrd="0" parTransId="{56BE973B-8B0A-43D5-9B1D-699F9AC5ADF9}" sibTransId="{829DF9D4-5860-413E-B27B-296086636355}"/>
    <dgm:cxn modelId="{45EA0962-C31E-4789-8982-0FF2BCE1FFBD}" type="presOf" srcId="{3A671988-8CCF-4BA2-B803-BE9A165B4C16}" destId="{84AB3D32-CD7D-4701-AE4C-F506E70A6E06}" srcOrd="0" destOrd="0" presId="urn:microsoft.com/office/officeart/2005/8/layout/process1"/>
    <dgm:cxn modelId="{E33B6E4C-EA26-41E8-8EA1-9CA56BCCBD48}" type="presOf" srcId="{5655239C-F782-42F0-B9F9-60F33B1A74FF}" destId="{1FA95034-8406-490D-9571-FC503183430E}" srcOrd="0" destOrd="0" presId="urn:microsoft.com/office/officeart/2005/8/layout/process1"/>
    <dgm:cxn modelId="{CCC06A4F-3487-4F5C-8EBD-3C2C531121CA}" type="presOf" srcId="{F9B52D65-74DA-41C2-AC8F-99B6A4722D6D}" destId="{AD2AA12B-31FA-40F6-94AA-D7A25EFDAA9F}" srcOrd="0" destOrd="0" presId="urn:microsoft.com/office/officeart/2005/8/layout/process1"/>
    <dgm:cxn modelId="{C3271393-CE99-4EBE-8B59-31E3DD9FCB77}" type="presOf" srcId="{829DF9D4-5860-413E-B27B-296086636355}" destId="{D56D9D35-1ED9-41C4-A43F-2D5D2A1AB182}" srcOrd="1" destOrd="0" presId="urn:microsoft.com/office/officeart/2005/8/layout/process1"/>
    <dgm:cxn modelId="{A83C21C0-1023-4464-9CF7-D1D5C6145C59}" srcId="{27C3E020-795E-47C8-9754-D32DB48AB098}" destId="{A27106E1-70A0-48F5-9384-B124CEF20488}" srcOrd="2" destOrd="0" parTransId="{EC031B28-E7DF-426E-96C1-F8DD393EA488}" sibTransId="{F9B52D65-74DA-41C2-AC8F-99B6A4722D6D}"/>
    <dgm:cxn modelId="{9C4EAEC3-5EE1-43C8-8A1F-2483319B4CAC}" srcId="{27C3E020-795E-47C8-9754-D32DB48AB098}" destId="{14D7EE03-ACE9-4141-AD76-2D41A1C89904}" srcOrd="3" destOrd="0" parTransId="{2424045C-9540-4610-8A34-0E2BB7AADC55}" sibTransId="{01A63553-6295-4C3C-852A-8800C9D333BD}"/>
    <dgm:cxn modelId="{1A0A84E7-EF1E-44A3-85E3-4E4E8A12DD7E}" type="presOf" srcId="{AC1ED2F1-F103-4AB3-AB81-B697C6B4ACB0}" destId="{1F4C8CAF-EDBD-4FEC-9096-1EF72257006C}" srcOrd="0" destOrd="0" presId="urn:microsoft.com/office/officeart/2005/8/layout/process1"/>
    <dgm:cxn modelId="{2696E6EA-5D6D-4A95-A430-46328271D605}" type="presOf" srcId="{3A671988-8CCF-4BA2-B803-BE9A165B4C16}" destId="{D442F698-3FE3-4609-AC62-CFAF97A98760}" srcOrd="1" destOrd="0" presId="urn:microsoft.com/office/officeart/2005/8/layout/process1"/>
    <dgm:cxn modelId="{672AEDFC-8B74-475A-A259-B7F22DD09CCF}" type="presOf" srcId="{14D7EE03-ACE9-4141-AD76-2D41A1C89904}" destId="{B56CE454-80A6-4B94-9751-9E439896C186}" srcOrd="0" destOrd="0" presId="urn:microsoft.com/office/officeart/2005/8/layout/process1"/>
    <dgm:cxn modelId="{F7DF3D70-D903-4BED-AC77-D5883B2FB061}" type="presParOf" srcId="{82C4EA45-911F-474F-A85C-6EACF60819D9}" destId="{1F4C8CAF-EDBD-4FEC-9096-1EF72257006C}" srcOrd="0" destOrd="0" presId="urn:microsoft.com/office/officeart/2005/8/layout/process1"/>
    <dgm:cxn modelId="{0DBDAC3B-BD9C-4D64-BEBB-E34122379712}" type="presParOf" srcId="{82C4EA45-911F-474F-A85C-6EACF60819D9}" destId="{EEE8E0A2-6204-4617-B347-7CCECF9E282C}" srcOrd="1" destOrd="0" presId="urn:microsoft.com/office/officeart/2005/8/layout/process1"/>
    <dgm:cxn modelId="{878CF728-E0B7-44CF-B3E3-F9E55F665C3E}" type="presParOf" srcId="{EEE8E0A2-6204-4617-B347-7CCECF9E282C}" destId="{D56D9D35-1ED9-41C4-A43F-2D5D2A1AB182}" srcOrd="0" destOrd="0" presId="urn:microsoft.com/office/officeart/2005/8/layout/process1"/>
    <dgm:cxn modelId="{58F631A8-CB73-43EC-85B2-8D847E15F9EE}" type="presParOf" srcId="{82C4EA45-911F-474F-A85C-6EACF60819D9}" destId="{1FA95034-8406-490D-9571-FC503183430E}" srcOrd="2" destOrd="0" presId="urn:microsoft.com/office/officeart/2005/8/layout/process1"/>
    <dgm:cxn modelId="{8B4F7012-319A-4A6D-A797-65AF49A0CF1E}" type="presParOf" srcId="{82C4EA45-911F-474F-A85C-6EACF60819D9}" destId="{84AB3D32-CD7D-4701-AE4C-F506E70A6E06}" srcOrd="3" destOrd="0" presId="urn:microsoft.com/office/officeart/2005/8/layout/process1"/>
    <dgm:cxn modelId="{7D9804ED-F032-43B4-A3EB-709484D5126F}" type="presParOf" srcId="{84AB3D32-CD7D-4701-AE4C-F506E70A6E06}" destId="{D442F698-3FE3-4609-AC62-CFAF97A98760}" srcOrd="0" destOrd="0" presId="urn:microsoft.com/office/officeart/2005/8/layout/process1"/>
    <dgm:cxn modelId="{D36A8429-4C29-4726-A564-DEDBA2D02137}" type="presParOf" srcId="{82C4EA45-911F-474F-A85C-6EACF60819D9}" destId="{6F3DDF82-1567-4C0B-BB78-C3FAAA57C283}" srcOrd="4" destOrd="0" presId="urn:microsoft.com/office/officeart/2005/8/layout/process1"/>
    <dgm:cxn modelId="{933B399E-74F7-462E-983E-38B05E1ACBD6}" type="presParOf" srcId="{82C4EA45-911F-474F-A85C-6EACF60819D9}" destId="{AD2AA12B-31FA-40F6-94AA-D7A25EFDAA9F}" srcOrd="5" destOrd="0" presId="urn:microsoft.com/office/officeart/2005/8/layout/process1"/>
    <dgm:cxn modelId="{5B83087B-9593-410B-98E4-847D9A9804E6}" type="presParOf" srcId="{AD2AA12B-31FA-40F6-94AA-D7A25EFDAA9F}" destId="{040A4D12-5D1A-4A0B-AFBD-DF3AEB009ED0}" srcOrd="0" destOrd="0" presId="urn:microsoft.com/office/officeart/2005/8/layout/process1"/>
    <dgm:cxn modelId="{FBAB0CBB-6FD2-4590-957E-2D13A87D0B36}" type="presParOf" srcId="{82C4EA45-911F-474F-A85C-6EACF60819D9}" destId="{B56CE454-80A6-4B94-9751-9E439896C186}" srcOrd="6" destOrd="0" presId="urn:microsoft.com/office/officeart/2005/8/layout/process1"/>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infected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4D872F12-7611-4C17-B17E-8F4D3F212CD1}">
      <dgm:prSet/>
      <dgm:spPr/>
      <dgm:t>
        <a:bodyPr/>
        <a:lstStyle/>
        <a:p>
          <a:r>
            <a:rPr lang="en-US"/>
            <a:t>Defined key performance indicators (KPIs).</a:t>
          </a:r>
        </a:p>
      </dgm:t>
    </dgm:pt>
    <dgm:pt modelId="{D9D34D4F-4E36-4560-B169-47474E15E218}" type="parTrans" cxnId="{22D81041-0F60-4A5F-B33F-56FF1243ABF3}">
      <dgm:prSet/>
      <dgm:spPr/>
      <dgm:t>
        <a:bodyPr/>
        <a:lstStyle/>
        <a:p>
          <a:endParaRPr lang="en-US"/>
        </a:p>
      </dgm:t>
    </dgm:pt>
    <dgm:pt modelId="{6ACB6C2D-39B8-4A44-917A-F3889AB7CDEC}" type="sibTrans" cxnId="{22D81041-0F60-4A5F-B33F-56FF1243ABF3}">
      <dgm:prSet/>
      <dgm:spPr/>
      <dgm:t>
        <a:bodyPr/>
        <a:lstStyle/>
        <a:p>
          <a:endParaRPr lang="en-US"/>
        </a:p>
      </dgm:t>
    </dgm:pt>
    <dgm:pt modelId="{A8B0D316-8C39-446D-883C-B395EAA94C05}">
      <dgm:prSet/>
      <dgm:spPr/>
      <dgm:t>
        <a:bodyPr/>
        <a:lstStyle/>
        <a:p>
          <a:r>
            <a:rPr lang="en-US" dirty="0"/>
            <a:t>Created visuals and developed the dashboard.</a:t>
          </a:r>
        </a:p>
      </dgm:t>
    </dgm:pt>
    <dgm:pt modelId="{2D8925D5-52BA-43BF-BD91-349245D60AA8}" type="parTrans" cxnId="{0160C603-8597-403A-9D2D-33393BAE1F2B}">
      <dgm:prSet/>
      <dgm:spPr/>
      <dgm:t>
        <a:bodyPr/>
        <a:lstStyle/>
        <a:p>
          <a:endParaRPr lang="en-US"/>
        </a:p>
      </dgm:t>
    </dgm:pt>
    <dgm:pt modelId="{FE134CA8-0C15-45D4-BF79-29391114A21D}" type="sibTrans" cxnId="{0160C603-8597-403A-9D2D-33393BAE1F2B}">
      <dgm:prSet/>
      <dgm:spPr/>
      <dgm:t>
        <a:bodyPr/>
        <a:lstStyle/>
        <a:p>
          <a:endParaRPr lang="en-US"/>
        </a:p>
      </dgm:t>
    </dgm:pt>
    <dgm:pt modelId="{A6B7627E-173D-4493-AC7F-4949FC60D777}">
      <dgm:prSet/>
      <dgm:spPr/>
      <dgm:t>
        <a:bodyPr/>
        <a:lstStyle/>
        <a:p>
          <a:r>
            <a:rPr lang="en-US" dirty="0"/>
            <a:t>Prepared and delivered the presentation.</a:t>
          </a:r>
        </a:p>
      </dgm:t>
    </dgm:pt>
    <dgm:pt modelId="{6FEB4ED1-8442-4220-A850-C8588E3EEAF5}" type="parTrans" cxnId="{B17DDA19-33BC-4CF4-86CE-CB608CC2A344}">
      <dgm:prSet/>
      <dgm:spPr/>
      <dgm:t>
        <a:bodyPr/>
        <a:lstStyle/>
        <a:p>
          <a:endParaRPr lang="en-US"/>
        </a:p>
      </dgm:t>
    </dgm:pt>
    <dgm:pt modelId="{E4CE6A52-B643-4485-AD2E-190043897316}" type="sibTrans" cxnId="{B17DDA19-33BC-4CF4-86CE-CB608CC2A344}">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dgm:presLayoutVars>
          <dgm:chMax val="0"/>
          <dgm:bulletEnabled val="1"/>
        </dgm:presLayoutVars>
      </dgm:prSet>
      <dgm:spPr/>
    </dgm:pt>
    <dgm:pt modelId="{D5DBBCD1-5AA5-480F-8DFE-AC3878FCB771}" type="pres">
      <dgm:prSet presAssocID="{FE558CC2-27BF-4C15-A318-000B2E122657}" presName="spacer" presStyleCnt="0"/>
      <dgm:spPr/>
    </dgm:pt>
    <dgm:pt modelId="{6CA7E6AB-B90D-46B7-98AE-993E29C5D3F4}" type="pres">
      <dgm:prSet presAssocID="{4D872F12-7611-4C17-B17E-8F4D3F212CD1}" presName="parentText" presStyleLbl="node1" presStyleIdx="1" presStyleCnt="4" custLinFactY="2587" custLinFactNeighborY="100000">
        <dgm:presLayoutVars>
          <dgm:chMax val="0"/>
          <dgm:bulletEnabled val="1"/>
        </dgm:presLayoutVars>
      </dgm:prSet>
      <dgm:spPr/>
    </dgm:pt>
    <dgm:pt modelId="{2702EC56-AC87-49BB-BB96-47794800B4AD}" type="pres">
      <dgm:prSet presAssocID="{6ACB6C2D-39B8-4A44-917A-F3889AB7CDEC}" presName="spacer" presStyleCnt="0"/>
      <dgm:spPr/>
    </dgm:pt>
    <dgm:pt modelId="{FF745D6F-C6E4-4A9A-BB63-C6EC8E2BF95B}" type="pres">
      <dgm:prSet presAssocID="{A8B0D316-8C39-446D-883C-B395EAA94C05}" presName="parentText" presStyleLbl="node1" presStyleIdx="2" presStyleCnt="4" custLinFactY="22710" custLinFactNeighborY="100000">
        <dgm:presLayoutVars>
          <dgm:chMax val="0"/>
          <dgm:bulletEnabled val="1"/>
        </dgm:presLayoutVars>
      </dgm:prSet>
      <dgm:spPr/>
    </dgm:pt>
    <dgm:pt modelId="{D846BE72-64A4-4BE2-B076-58A77708426B}" type="pres">
      <dgm:prSet presAssocID="{FE134CA8-0C15-45D4-BF79-29391114A21D}" presName="spacer" presStyleCnt="0"/>
      <dgm:spPr/>
    </dgm:pt>
    <dgm:pt modelId="{8F6099DD-4BB5-408F-9796-C6B959F9E179}" type="pres">
      <dgm:prSet presAssocID="{A6B7627E-173D-4493-AC7F-4949FC60D777}" presName="parentText" presStyleLbl="node1" presStyleIdx="3" presStyleCnt="4" custLinFactY="35144" custLinFactNeighborY="100000">
        <dgm:presLayoutVars>
          <dgm:chMax val="0"/>
          <dgm:bulletEnabled val="1"/>
        </dgm:presLayoutVars>
      </dgm:prSet>
      <dgm:spPr/>
    </dgm:pt>
  </dgm:ptLst>
  <dgm:cxnLst>
    <dgm:cxn modelId="{0160C603-8597-403A-9D2D-33393BAE1F2B}" srcId="{A030EBAF-EB57-4539-AB35-143AB55942EF}" destId="{A8B0D316-8C39-446D-883C-B395EAA94C05}" srcOrd="2" destOrd="0" parTransId="{2D8925D5-52BA-43BF-BD91-349245D60AA8}" sibTransId="{FE134CA8-0C15-45D4-BF79-29391114A21D}"/>
    <dgm:cxn modelId="{4F267616-250A-4593-8322-E552C1D91ED7}" type="presOf" srcId="{ACB31F70-4CC3-4188-9A06-000F2ACA8A51}" destId="{6E8156B3-2CC1-49A3-BA2B-1C6FCB4BB754}" srcOrd="0" destOrd="0" presId="urn:microsoft.com/office/officeart/2005/8/layout/vList2"/>
    <dgm:cxn modelId="{B17DDA19-33BC-4CF4-86CE-CB608CC2A344}" srcId="{A030EBAF-EB57-4539-AB35-143AB55942EF}" destId="{A6B7627E-173D-4493-AC7F-4949FC60D777}" srcOrd="3" destOrd="0" parTransId="{6FEB4ED1-8442-4220-A850-C8588E3EEAF5}" sibTransId="{E4CE6A52-B643-4485-AD2E-190043897316}"/>
    <dgm:cxn modelId="{22D81041-0F60-4A5F-B33F-56FF1243ABF3}" srcId="{A030EBAF-EB57-4539-AB35-143AB55942EF}" destId="{4D872F12-7611-4C17-B17E-8F4D3F212CD1}" srcOrd="1" destOrd="0" parTransId="{D9D34D4F-4E36-4560-B169-47474E15E218}" sibTransId="{6ACB6C2D-39B8-4A44-917A-F3889AB7CDEC}"/>
    <dgm:cxn modelId="{4E550973-A4B3-4135-9630-AB4E5D08F325}" type="presOf" srcId="{A030EBAF-EB57-4539-AB35-143AB55942EF}" destId="{9ED0F2B7-6D2C-436B-A050-B2589FAC93BA}" srcOrd="0" destOrd="0" presId="urn:microsoft.com/office/officeart/2005/8/layout/vList2"/>
    <dgm:cxn modelId="{F2551457-C3A4-4D30-AC94-A4D24943C758}" type="presOf" srcId="{A8B0D316-8C39-446D-883C-B395EAA94C05}" destId="{FF745D6F-C6E4-4A9A-BB63-C6EC8E2BF95B}"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55409E3-153C-4267-9868-D959E58F27A6}" type="presOf" srcId="{A6B7627E-173D-4493-AC7F-4949FC60D777}" destId="{8F6099DD-4BB5-408F-9796-C6B959F9E179}" srcOrd="0" destOrd="0" presId="urn:microsoft.com/office/officeart/2005/8/layout/vList2"/>
    <dgm:cxn modelId="{A3D986F4-509D-4070-98F5-7AB11AA66552}" type="presOf" srcId="{4D872F12-7611-4C17-B17E-8F4D3F212CD1}" destId="{6CA7E6AB-B90D-46B7-98AE-993E29C5D3F4}" srcOrd="0" destOrd="0" presId="urn:microsoft.com/office/officeart/2005/8/layout/vList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88C724A7-61D0-4CFA-A8B8-214673A777BB}" type="presParOf" srcId="{9ED0F2B7-6D2C-436B-A050-B2589FAC93BA}" destId="{6CA7E6AB-B90D-46B7-98AE-993E29C5D3F4}" srcOrd="2" destOrd="0" presId="urn:microsoft.com/office/officeart/2005/8/layout/vList2"/>
    <dgm:cxn modelId="{139F29DB-6DCE-4873-AF4E-CBA63D442550}" type="presParOf" srcId="{9ED0F2B7-6D2C-436B-A050-B2589FAC93BA}" destId="{2702EC56-AC87-49BB-BB96-47794800B4AD}" srcOrd="3" destOrd="0" presId="urn:microsoft.com/office/officeart/2005/8/layout/vList2"/>
    <dgm:cxn modelId="{D3CD6414-C212-4757-819B-603ECAD05CC9}" type="presParOf" srcId="{9ED0F2B7-6D2C-436B-A050-B2589FAC93BA}" destId="{FF745D6F-C6E4-4A9A-BB63-C6EC8E2BF95B}" srcOrd="4" destOrd="0" presId="urn:microsoft.com/office/officeart/2005/8/layout/vList2"/>
    <dgm:cxn modelId="{718BA101-F530-4066-A74B-57B7E486E806}" type="presParOf" srcId="{9ED0F2B7-6D2C-436B-A050-B2589FAC93BA}" destId="{D846BE72-64A4-4BE2-B076-58A77708426B}" srcOrd="5" destOrd="0" presId="urn:microsoft.com/office/officeart/2005/8/layout/vList2"/>
    <dgm:cxn modelId="{17FF50AB-6FEA-4333-B773-817B34610B3E}" type="presParOf" srcId="{9ED0F2B7-6D2C-436B-A050-B2589FAC93BA}" destId="{8F6099DD-4BB5-408F-9796-C6B959F9E179}"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custT="1"/>
      <dgm:spPr/>
      <dgm:t>
        <a:bodyPr/>
        <a:lstStyle/>
        <a:p>
          <a:r>
            <a:rPr lang="en-US" sz="3300" i="0" baseline="0" dirty="0"/>
            <a:t>Defined key performance indicators (KPIs).</a:t>
          </a:r>
          <a:endParaRPr lang="en-US" sz="3300" dirty="0"/>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9739811E-3A97-4224-8A30-5A4397CFB659}">
      <dgm:prSet custT="1"/>
      <dgm:spPr/>
      <dgm:t>
        <a:bodyPr/>
        <a:lstStyle/>
        <a:p>
          <a:r>
            <a:rPr lang="en-US" sz="3300" i="0" baseline="0" dirty="0"/>
            <a:t>Created visuals and designed the interactive dashboard.</a:t>
          </a:r>
          <a:endParaRPr lang="en-US" sz="3300" dirty="0"/>
        </a:p>
      </dgm:t>
    </dgm:pt>
    <dgm:pt modelId="{53FFDF85-BACE-4484-A8D5-D342CB41B161}" type="parTrans" cxnId="{D9B0AD82-785A-43F9-A8DA-05F8BD6A5C44}">
      <dgm:prSet/>
      <dgm:spPr/>
      <dgm:t>
        <a:bodyPr/>
        <a:lstStyle/>
        <a:p>
          <a:endParaRPr lang="en-US"/>
        </a:p>
      </dgm:t>
    </dgm:pt>
    <dgm:pt modelId="{C4F21390-4A40-4820-A4C9-803FFB67A2CD}" type="sibTrans" cxnId="{D9B0AD82-785A-43F9-A8DA-05F8BD6A5C44}">
      <dgm:prSet/>
      <dgm:spPr/>
      <dgm:t>
        <a:bodyPr/>
        <a:lstStyle/>
        <a:p>
          <a:endParaRPr lang="en-US"/>
        </a:p>
      </dgm:t>
    </dgm:pt>
    <dgm:pt modelId="{1DECF852-AC50-4F0F-8DE9-F2FA7F8B438F}">
      <dgm:prSet custT="1"/>
      <dgm:spPr/>
      <dgm:t>
        <a:bodyPr/>
        <a:lstStyle/>
        <a:p>
          <a:r>
            <a:rPr lang="en-US" sz="3300" i="0" baseline="0" dirty="0"/>
            <a:t>Collected, cleaned, and analyzed death dashboard data.</a:t>
          </a:r>
          <a:endParaRPr lang="en-US" sz="3300" dirty="0"/>
        </a:p>
      </dgm:t>
    </dgm:pt>
    <dgm:pt modelId="{E1D77035-8F0E-4740-83B4-7FCEFB7A0A8D}" type="parTrans" cxnId="{1415689C-9560-4B5B-9BEF-407CCF99F627}">
      <dgm:prSet/>
      <dgm:spPr/>
      <dgm:t>
        <a:bodyPr/>
        <a:lstStyle/>
        <a:p>
          <a:endParaRPr lang="en-US"/>
        </a:p>
      </dgm:t>
    </dgm:pt>
    <dgm:pt modelId="{BA5B5D33-8E50-41FD-95E1-AC351B79D2E2}" type="sibTrans" cxnId="{1415689C-9560-4B5B-9BEF-407CCF99F627}">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72455">
        <dgm:presLayoutVars>
          <dgm:chMax val="0"/>
          <dgm:bulletEnabled val="1"/>
        </dgm:presLayoutVars>
      </dgm:prSet>
      <dgm:spPr/>
    </dgm:pt>
    <dgm:pt modelId="{D5DBBCD1-5AA5-480F-8DFE-AC3878FCB771}" type="pres">
      <dgm:prSet presAssocID="{FE558CC2-27BF-4C15-A318-000B2E122657}" presName="spacer" presStyleCnt="0"/>
      <dgm:spPr/>
    </dgm:pt>
    <dgm:pt modelId="{C4C2098A-6A83-4B31-B6FD-D0044C205600}" type="pres">
      <dgm:prSet presAssocID="{9739811E-3A97-4224-8A30-5A4397CFB659}" presName="parentText" presStyleLbl="node1" presStyleIdx="1" presStyleCnt="3" custScaleY="66882">
        <dgm:presLayoutVars>
          <dgm:chMax val="0"/>
          <dgm:bulletEnabled val="1"/>
        </dgm:presLayoutVars>
      </dgm:prSet>
      <dgm:spPr/>
    </dgm:pt>
    <dgm:pt modelId="{C2F38560-8DE8-44CD-8A17-0970491BEF40}" type="pres">
      <dgm:prSet presAssocID="{C4F21390-4A40-4820-A4C9-803FFB67A2CD}" presName="spacer" presStyleCnt="0"/>
      <dgm:spPr/>
    </dgm:pt>
    <dgm:pt modelId="{7EDE4615-01DA-4D99-9D7D-F4DD710B0B19}" type="pres">
      <dgm:prSet presAssocID="{1DECF852-AC50-4F0F-8DE9-F2FA7F8B438F}" presName="parentText" presStyleLbl="node1" presStyleIdx="2" presStyleCnt="3" custScaleY="66882">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4C14253A-221E-45D2-9930-9C744D71FC9A}" type="presOf" srcId="{1DECF852-AC50-4F0F-8DE9-F2FA7F8B438F}" destId="{7EDE4615-01DA-4D99-9D7D-F4DD710B0B19}"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D9B0AD82-785A-43F9-A8DA-05F8BD6A5C44}" srcId="{A030EBAF-EB57-4539-AB35-143AB55942EF}" destId="{9739811E-3A97-4224-8A30-5A4397CFB659}" srcOrd="1" destOrd="0" parTransId="{53FFDF85-BACE-4484-A8D5-D342CB41B161}" sibTransId="{C4F21390-4A40-4820-A4C9-803FFB67A2CD}"/>
    <dgm:cxn modelId="{99E67686-4E2C-4D25-8BD6-8D3FE6FBC278}" type="presOf" srcId="{9739811E-3A97-4224-8A30-5A4397CFB659}" destId="{C4C2098A-6A83-4B31-B6FD-D0044C205600}" srcOrd="0" destOrd="0" presId="urn:microsoft.com/office/officeart/2005/8/layout/vList2"/>
    <dgm:cxn modelId="{1415689C-9560-4B5B-9BEF-407CCF99F627}" srcId="{A030EBAF-EB57-4539-AB35-143AB55942EF}" destId="{1DECF852-AC50-4F0F-8DE9-F2FA7F8B438F}" srcOrd="2" destOrd="0" parTransId="{E1D77035-8F0E-4740-83B4-7FCEFB7A0A8D}" sibTransId="{BA5B5D33-8E50-41FD-95E1-AC351B79D2E2}"/>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DE6D616E-0292-4789-A270-3084DAC5C06E}" type="presParOf" srcId="{9ED0F2B7-6D2C-436B-A050-B2589FAC93BA}" destId="{C4C2098A-6A83-4B31-B6FD-D0044C205600}" srcOrd="2" destOrd="0" presId="urn:microsoft.com/office/officeart/2005/8/layout/vList2"/>
    <dgm:cxn modelId="{1AD62E09-2FAB-43FA-B7E8-B2DC24E69259}" type="presParOf" srcId="{9ED0F2B7-6D2C-436B-A050-B2589FAC93BA}" destId="{C2F38560-8DE8-44CD-8A17-0970491BEF40}" srcOrd="3" destOrd="0" presId="urn:microsoft.com/office/officeart/2005/8/layout/vList2"/>
    <dgm:cxn modelId="{B8DB0BCE-189E-4F82-A0A0-A3B6111AF3C4}" type="presParOf" srcId="{9ED0F2B7-6D2C-436B-A050-B2589FAC93BA}" destId="{7EDE4615-01DA-4D99-9D7D-F4DD710B0B19}"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government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8AB9A27A-2AE0-453D-8E11-794A948F1E3E}">
      <dgm:prSet/>
      <dgm:spPr/>
      <dgm:t>
        <a:bodyPr/>
        <a:lstStyle/>
        <a:p>
          <a:r>
            <a:rPr lang="en-US" dirty="0"/>
            <a:t>Defined key performance indicators (KPIs).</a:t>
          </a:r>
        </a:p>
      </dgm:t>
    </dgm:pt>
    <dgm:pt modelId="{F8A49C5E-4751-4063-BB1D-C8146C64F6FD}" type="parTrans" cxnId="{45AC72DB-7461-4A1B-9DF4-2DE9CE5AB63E}">
      <dgm:prSet/>
      <dgm:spPr/>
      <dgm:t>
        <a:bodyPr/>
        <a:lstStyle/>
        <a:p>
          <a:endParaRPr lang="en-US"/>
        </a:p>
      </dgm:t>
    </dgm:pt>
    <dgm:pt modelId="{603CEAF3-1D9E-4F16-AA7F-7815BCA94EE9}" type="sibTrans" cxnId="{45AC72DB-7461-4A1B-9DF4-2DE9CE5AB63E}">
      <dgm:prSet/>
      <dgm:spPr/>
      <dgm:t>
        <a:bodyPr/>
        <a:lstStyle/>
        <a:p>
          <a:endParaRPr lang="en-US"/>
        </a:p>
      </dgm:t>
    </dgm:pt>
    <dgm:pt modelId="{121573B9-DE4C-4DC5-9756-E1FDAB6DB971}">
      <dgm:prSet/>
      <dgm:spPr/>
      <dgm:t>
        <a:bodyPr/>
        <a:lstStyle/>
        <a:p>
          <a:r>
            <a:rPr lang="en-US" dirty="0"/>
            <a:t>Created visuals and developed the dashboard.</a:t>
          </a:r>
        </a:p>
      </dgm:t>
    </dgm:pt>
    <dgm:pt modelId="{98F67A4D-AC5C-42FC-942B-ED1C62535A09}" type="parTrans" cxnId="{EFE3648F-F4E1-4B1D-8C65-70D7FE11E82A}">
      <dgm:prSet/>
      <dgm:spPr/>
      <dgm:t>
        <a:bodyPr/>
        <a:lstStyle/>
        <a:p>
          <a:endParaRPr lang="en-US"/>
        </a:p>
      </dgm:t>
    </dgm:pt>
    <dgm:pt modelId="{75E4DFD8-1946-4B84-9655-B625215B7A00}" type="sibTrans" cxnId="{EFE3648F-F4E1-4B1D-8C65-70D7FE11E82A}">
      <dgm:prSet/>
      <dgm:spPr/>
      <dgm:t>
        <a:bodyPr/>
        <a:lstStyle/>
        <a:p>
          <a:endParaRPr lang="en-US"/>
        </a:p>
      </dgm:t>
    </dgm:pt>
    <dgm:pt modelId="{159F870C-607B-4C69-82F2-1957549C14E7}">
      <dgm:prSet/>
      <dgm:spPr/>
      <dgm:t>
        <a:bodyPr/>
        <a:lstStyle/>
        <a:p>
          <a:r>
            <a:rPr lang="en-US" dirty="0"/>
            <a:t>Prepared and delivered the presentation.</a:t>
          </a:r>
        </a:p>
      </dgm:t>
    </dgm:pt>
    <dgm:pt modelId="{18FC248A-1FF4-4D71-AB9E-548C7E1799AE}" type="parTrans" cxnId="{ED40A8B0-2A3B-4DA8-BEBB-539B4DAD7CDA}">
      <dgm:prSet/>
      <dgm:spPr/>
      <dgm:t>
        <a:bodyPr/>
        <a:lstStyle/>
        <a:p>
          <a:endParaRPr lang="en-US"/>
        </a:p>
      </dgm:t>
    </dgm:pt>
    <dgm:pt modelId="{50E4B619-D95E-4D22-A901-BDDA64913934}" type="sibTrans" cxnId="{ED40A8B0-2A3B-4DA8-BEBB-539B4DAD7CDA}">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4" custScaleY="106032" custLinFactY="-31158" custLinFactNeighborY="-100000">
        <dgm:presLayoutVars>
          <dgm:chMax val="0"/>
          <dgm:bulletEnabled val="1"/>
        </dgm:presLayoutVars>
      </dgm:prSet>
      <dgm:spPr/>
    </dgm:pt>
    <dgm:pt modelId="{D5DBBCD1-5AA5-480F-8DFE-AC3878FCB771}" type="pres">
      <dgm:prSet presAssocID="{FE558CC2-27BF-4C15-A318-000B2E122657}" presName="spacer" presStyleCnt="0"/>
      <dgm:spPr/>
    </dgm:pt>
    <dgm:pt modelId="{D24EECDA-D125-468E-9A3A-0B79AFF07885}" type="pres">
      <dgm:prSet presAssocID="{8AB9A27A-2AE0-453D-8E11-794A948F1E3E}" presName="parentText" presStyleLbl="node1" presStyleIdx="1" presStyleCnt="4" custScaleY="106032" custLinFactY="-17898" custLinFactNeighborY="-100000">
        <dgm:presLayoutVars>
          <dgm:chMax val="0"/>
          <dgm:bulletEnabled val="1"/>
        </dgm:presLayoutVars>
      </dgm:prSet>
      <dgm:spPr/>
    </dgm:pt>
    <dgm:pt modelId="{E154B6D2-2051-46D1-8D2E-1CFEB89EE581}" type="pres">
      <dgm:prSet presAssocID="{603CEAF3-1D9E-4F16-AA7F-7815BCA94EE9}" presName="spacer" presStyleCnt="0"/>
      <dgm:spPr/>
    </dgm:pt>
    <dgm:pt modelId="{45411635-B11A-4663-8907-1B256E65FC0C}" type="pres">
      <dgm:prSet presAssocID="{121573B9-DE4C-4DC5-9756-E1FDAB6DB971}" presName="parentText" presStyleLbl="node1" presStyleIdx="2" presStyleCnt="4" custScaleY="106032" custLinFactNeighborY="-53336">
        <dgm:presLayoutVars>
          <dgm:chMax val="0"/>
          <dgm:bulletEnabled val="1"/>
        </dgm:presLayoutVars>
      </dgm:prSet>
      <dgm:spPr/>
    </dgm:pt>
    <dgm:pt modelId="{BE98C057-221F-4875-B578-FA13BDDB23B5}" type="pres">
      <dgm:prSet presAssocID="{75E4DFD8-1946-4B84-9655-B625215B7A00}" presName="spacer" presStyleCnt="0"/>
      <dgm:spPr/>
    </dgm:pt>
    <dgm:pt modelId="{63CCAEFA-0032-4459-B8CA-675E9C3DC285}" type="pres">
      <dgm:prSet presAssocID="{159F870C-607B-4C69-82F2-1957549C14E7}" presName="parentText" presStyleLbl="node1" presStyleIdx="3" presStyleCnt="4" custScaleY="106032" custLinFactY="1948" custLinFactNeighborY="100000">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E6117230-B96A-4DE8-BFC8-4B73F116C5E3}" type="presOf" srcId="{121573B9-DE4C-4DC5-9756-E1FDAB6DB971}" destId="{45411635-B11A-4663-8907-1B256E65FC0C}" srcOrd="0" destOrd="0" presId="urn:microsoft.com/office/officeart/2005/8/layout/vList2"/>
    <dgm:cxn modelId="{3CAA0445-79C0-4C8D-AE23-3D158304358C}" type="presOf" srcId="{8AB9A27A-2AE0-453D-8E11-794A948F1E3E}" destId="{D24EECDA-D125-468E-9A3A-0B79AFF07885}" srcOrd="0" destOrd="0" presId="urn:microsoft.com/office/officeart/2005/8/layout/vList2"/>
    <dgm:cxn modelId="{19A0774D-EF98-4671-8809-1C4CA7DD5AE4}" type="presOf" srcId="{159F870C-607B-4C69-82F2-1957549C14E7}" destId="{63CCAEFA-0032-4459-B8CA-675E9C3DC285}" srcOrd="0" destOrd="0" presId="urn:microsoft.com/office/officeart/2005/8/layout/vList2"/>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EFE3648F-F4E1-4B1D-8C65-70D7FE11E82A}" srcId="{A030EBAF-EB57-4539-AB35-143AB55942EF}" destId="{121573B9-DE4C-4DC5-9756-E1FDAB6DB971}" srcOrd="2" destOrd="0" parTransId="{98F67A4D-AC5C-42FC-942B-ED1C62535A09}" sibTransId="{75E4DFD8-1946-4B84-9655-B625215B7A00}"/>
    <dgm:cxn modelId="{ED40A8B0-2A3B-4DA8-BEBB-539B4DAD7CDA}" srcId="{A030EBAF-EB57-4539-AB35-143AB55942EF}" destId="{159F870C-607B-4C69-82F2-1957549C14E7}" srcOrd="3" destOrd="0" parTransId="{18FC248A-1FF4-4D71-AB9E-548C7E1799AE}" sibTransId="{50E4B619-D95E-4D22-A901-BDDA64913934}"/>
    <dgm:cxn modelId="{45AC72DB-7461-4A1B-9DF4-2DE9CE5AB63E}" srcId="{A030EBAF-EB57-4539-AB35-143AB55942EF}" destId="{8AB9A27A-2AE0-453D-8E11-794A948F1E3E}" srcOrd="1" destOrd="0" parTransId="{F8A49C5E-4751-4063-BB1D-C8146C64F6FD}" sibTransId="{603CEAF3-1D9E-4F16-AA7F-7815BCA94EE9}"/>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6D6BF2AF-3F35-47A1-BECF-E805FE7CCBC1}" type="presParOf" srcId="{9ED0F2B7-6D2C-436B-A050-B2589FAC93BA}" destId="{D24EECDA-D125-468E-9A3A-0B79AFF07885}" srcOrd="2" destOrd="0" presId="urn:microsoft.com/office/officeart/2005/8/layout/vList2"/>
    <dgm:cxn modelId="{995B4BF6-FD62-4B67-A155-FF6303D278C0}" type="presParOf" srcId="{9ED0F2B7-6D2C-436B-A050-B2589FAC93BA}" destId="{E154B6D2-2051-46D1-8D2E-1CFEB89EE581}" srcOrd="3" destOrd="0" presId="urn:microsoft.com/office/officeart/2005/8/layout/vList2"/>
    <dgm:cxn modelId="{6A4A7023-FEF1-45C8-82EA-FE3FBBCC994D}" type="presParOf" srcId="{9ED0F2B7-6D2C-436B-A050-B2589FAC93BA}" destId="{45411635-B11A-4663-8907-1B256E65FC0C}" srcOrd="4" destOrd="0" presId="urn:microsoft.com/office/officeart/2005/8/layout/vList2"/>
    <dgm:cxn modelId="{ABF1897E-A6EB-4955-88DC-D7F48A47B186}" type="presParOf" srcId="{9ED0F2B7-6D2C-436B-A050-B2589FAC93BA}" destId="{BE98C057-221F-4875-B578-FA13BDDB23B5}" srcOrd="5" destOrd="0" presId="urn:microsoft.com/office/officeart/2005/8/layout/vList2"/>
    <dgm:cxn modelId="{114177CB-4E19-4526-AA6D-1734F54698E5}" type="presParOf" srcId="{9ED0F2B7-6D2C-436B-A050-B2589FAC93BA}" destId="{63CCAEFA-0032-4459-B8CA-675E9C3DC285}" srcOrd="6"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A030EBAF-EB57-4539-AB35-143AB55942EF}" type="doc">
      <dgm:prSet loTypeId="urn:microsoft.com/office/officeart/2005/8/layout/vList2" loCatId="list" qsTypeId="urn:microsoft.com/office/officeart/2005/8/quickstyle/simple1" qsCatId="simple" csTypeId="urn:microsoft.com/office/officeart/2005/8/colors/accent5_3" csCatId="accent5" phldr="1"/>
      <dgm:spPr/>
      <dgm:t>
        <a:bodyPr/>
        <a:lstStyle/>
        <a:p>
          <a:endParaRPr lang="en-US"/>
        </a:p>
      </dgm:t>
    </dgm:pt>
    <dgm:pt modelId="{ACB31F70-4CC3-4188-9A06-000F2ACA8A51}">
      <dgm:prSet/>
      <dgm:spPr/>
      <dgm:t>
        <a:bodyPr/>
        <a:lstStyle/>
        <a:p>
          <a:r>
            <a:rPr lang="en-US" dirty="0"/>
            <a:t>Collected, cleaned, and analyzed ambulance dashboard data.</a:t>
          </a:r>
        </a:p>
      </dgm:t>
    </dgm:pt>
    <dgm:pt modelId="{B468F100-4B58-480D-9DC2-340DB7CB35BC}" type="parTrans" cxnId="{7849297C-1885-4EE8-A743-10B837A7EDA1}">
      <dgm:prSet/>
      <dgm:spPr/>
      <dgm:t>
        <a:bodyPr/>
        <a:lstStyle/>
        <a:p>
          <a:endParaRPr lang="en-US"/>
        </a:p>
      </dgm:t>
    </dgm:pt>
    <dgm:pt modelId="{FE558CC2-27BF-4C15-A318-000B2E122657}" type="sibTrans" cxnId="{7849297C-1885-4EE8-A743-10B837A7EDA1}">
      <dgm:prSet/>
      <dgm:spPr/>
      <dgm:t>
        <a:bodyPr/>
        <a:lstStyle/>
        <a:p>
          <a:endParaRPr lang="en-US"/>
        </a:p>
      </dgm:t>
    </dgm:pt>
    <dgm:pt modelId="{061E935A-B74D-457E-ACBA-084C508845B4}">
      <dgm:prSet/>
      <dgm:spPr/>
      <dgm:t>
        <a:bodyPr/>
        <a:lstStyle/>
        <a:p>
          <a:r>
            <a:rPr lang="en-US"/>
            <a:t>Defined key performance indicators (KPIs).</a:t>
          </a:r>
        </a:p>
      </dgm:t>
    </dgm:pt>
    <dgm:pt modelId="{6ABE5667-316F-4D25-83EB-C1B9425CA985}" type="parTrans" cxnId="{B3EDB5E8-3A9D-4497-AF0F-9BCC3FD8AC52}">
      <dgm:prSet/>
      <dgm:spPr/>
      <dgm:t>
        <a:bodyPr/>
        <a:lstStyle/>
        <a:p>
          <a:endParaRPr lang="en-US"/>
        </a:p>
      </dgm:t>
    </dgm:pt>
    <dgm:pt modelId="{B6AF56FB-9740-4C14-9A42-E0F97B7271A6}" type="sibTrans" cxnId="{B3EDB5E8-3A9D-4497-AF0F-9BCC3FD8AC52}">
      <dgm:prSet/>
      <dgm:spPr/>
      <dgm:t>
        <a:bodyPr/>
        <a:lstStyle/>
        <a:p>
          <a:endParaRPr lang="en-US"/>
        </a:p>
      </dgm:t>
    </dgm:pt>
    <dgm:pt modelId="{1E922615-69BD-4788-862E-7A8062E80140}">
      <dgm:prSet/>
      <dgm:spPr/>
      <dgm:t>
        <a:bodyPr/>
        <a:lstStyle/>
        <a:p>
          <a:r>
            <a:rPr lang="en-US" dirty="0"/>
            <a:t>Created visuals and designed the interactive dashboard.</a:t>
          </a:r>
        </a:p>
      </dgm:t>
    </dgm:pt>
    <dgm:pt modelId="{F8AFC05B-417D-4508-ADB7-E968C94A8A60}" type="parTrans" cxnId="{3E3D1C6C-82D9-48FD-AF38-5C72342DDA9E}">
      <dgm:prSet/>
      <dgm:spPr/>
      <dgm:t>
        <a:bodyPr/>
        <a:lstStyle/>
        <a:p>
          <a:endParaRPr lang="en-US"/>
        </a:p>
      </dgm:t>
    </dgm:pt>
    <dgm:pt modelId="{D34A4475-D81F-46A1-8D61-F97D2D3952E0}" type="sibTrans" cxnId="{3E3D1C6C-82D9-48FD-AF38-5C72342DDA9E}">
      <dgm:prSet/>
      <dgm:spPr/>
      <dgm:t>
        <a:bodyPr/>
        <a:lstStyle/>
        <a:p>
          <a:endParaRPr lang="en-US"/>
        </a:p>
      </dgm:t>
    </dgm:pt>
    <dgm:pt modelId="{9ED0F2B7-6D2C-436B-A050-B2589FAC93BA}" type="pres">
      <dgm:prSet presAssocID="{A030EBAF-EB57-4539-AB35-143AB55942EF}" presName="linear" presStyleCnt="0">
        <dgm:presLayoutVars>
          <dgm:animLvl val="lvl"/>
          <dgm:resizeHandles val="exact"/>
        </dgm:presLayoutVars>
      </dgm:prSet>
      <dgm:spPr/>
    </dgm:pt>
    <dgm:pt modelId="{6E8156B3-2CC1-49A3-BA2B-1C6FCB4BB754}" type="pres">
      <dgm:prSet presAssocID="{ACB31F70-4CC3-4188-9A06-000F2ACA8A51}" presName="parentText" presStyleLbl="node1" presStyleIdx="0" presStyleCnt="3" custScaleY="102819" custLinFactNeighborX="-155" custLinFactNeighborY="-97606">
        <dgm:presLayoutVars>
          <dgm:chMax val="0"/>
          <dgm:bulletEnabled val="1"/>
        </dgm:presLayoutVars>
      </dgm:prSet>
      <dgm:spPr/>
    </dgm:pt>
    <dgm:pt modelId="{D5DBBCD1-5AA5-480F-8DFE-AC3878FCB771}" type="pres">
      <dgm:prSet presAssocID="{FE558CC2-27BF-4C15-A318-000B2E122657}" presName="spacer" presStyleCnt="0"/>
      <dgm:spPr/>
    </dgm:pt>
    <dgm:pt modelId="{FF07CB43-713E-41D4-B936-6238715A1093}" type="pres">
      <dgm:prSet presAssocID="{061E935A-B74D-457E-ACBA-084C508845B4}" presName="parentText" presStyleLbl="node1" presStyleIdx="1" presStyleCnt="3" custScaleY="102819">
        <dgm:presLayoutVars>
          <dgm:chMax val="0"/>
          <dgm:bulletEnabled val="1"/>
        </dgm:presLayoutVars>
      </dgm:prSet>
      <dgm:spPr/>
    </dgm:pt>
    <dgm:pt modelId="{7D66EAD9-C055-44DA-AF25-ADFFB9161FB9}" type="pres">
      <dgm:prSet presAssocID="{B6AF56FB-9740-4C14-9A42-E0F97B7271A6}" presName="spacer" presStyleCnt="0"/>
      <dgm:spPr/>
    </dgm:pt>
    <dgm:pt modelId="{A4D819D2-87E6-4607-9502-B1469A75DB35}" type="pres">
      <dgm:prSet presAssocID="{1E922615-69BD-4788-862E-7A8062E80140}" presName="parentText" presStyleLbl="node1" presStyleIdx="2" presStyleCnt="3" custScaleY="102819" custLinFactNeighborX="-641" custLinFactNeighborY="55774">
        <dgm:presLayoutVars>
          <dgm:chMax val="0"/>
          <dgm:bulletEnabled val="1"/>
        </dgm:presLayoutVars>
      </dgm:prSet>
      <dgm:spPr/>
    </dgm:pt>
  </dgm:ptLst>
  <dgm:cxnLst>
    <dgm:cxn modelId="{4F267616-250A-4593-8322-E552C1D91ED7}" type="presOf" srcId="{ACB31F70-4CC3-4188-9A06-000F2ACA8A51}" destId="{6E8156B3-2CC1-49A3-BA2B-1C6FCB4BB754}" srcOrd="0" destOrd="0" presId="urn:microsoft.com/office/officeart/2005/8/layout/vList2"/>
    <dgm:cxn modelId="{5ED1BE3C-5774-4B2A-80FA-3D300EA8D043}" type="presOf" srcId="{061E935A-B74D-457E-ACBA-084C508845B4}" destId="{FF07CB43-713E-41D4-B936-6238715A1093}" srcOrd="0" destOrd="0" presId="urn:microsoft.com/office/officeart/2005/8/layout/vList2"/>
    <dgm:cxn modelId="{3E3D1C6C-82D9-48FD-AF38-5C72342DDA9E}" srcId="{A030EBAF-EB57-4539-AB35-143AB55942EF}" destId="{1E922615-69BD-4788-862E-7A8062E80140}" srcOrd="2" destOrd="0" parTransId="{F8AFC05B-417D-4508-ADB7-E968C94A8A60}" sibTransId="{D34A4475-D81F-46A1-8D61-F97D2D3952E0}"/>
    <dgm:cxn modelId="{4E550973-A4B3-4135-9630-AB4E5D08F325}" type="presOf" srcId="{A030EBAF-EB57-4539-AB35-143AB55942EF}" destId="{9ED0F2B7-6D2C-436B-A050-B2589FAC93BA}" srcOrd="0" destOrd="0" presId="urn:microsoft.com/office/officeart/2005/8/layout/vList2"/>
    <dgm:cxn modelId="{7849297C-1885-4EE8-A743-10B837A7EDA1}" srcId="{A030EBAF-EB57-4539-AB35-143AB55942EF}" destId="{ACB31F70-4CC3-4188-9A06-000F2ACA8A51}" srcOrd="0" destOrd="0" parTransId="{B468F100-4B58-480D-9DC2-340DB7CB35BC}" sibTransId="{FE558CC2-27BF-4C15-A318-000B2E122657}"/>
    <dgm:cxn modelId="{94DEF28F-C603-4BFF-AD7F-FAF366B9AD84}" type="presOf" srcId="{1E922615-69BD-4788-862E-7A8062E80140}" destId="{A4D819D2-87E6-4607-9502-B1469A75DB35}" srcOrd="0" destOrd="0" presId="urn:microsoft.com/office/officeart/2005/8/layout/vList2"/>
    <dgm:cxn modelId="{B3EDB5E8-3A9D-4497-AF0F-9BCC3FD8AC52}" srcId="{A030EBAF-EB57-4539-AB35-143AB55942EF}" destId="{061E935A-B74D-457E-ACBA-084C508845B4}" srcOrd="1" destOrd="0" parTransId="{6ABE5667-316F-4D25-83EB-C1B9425CA985}" sibTransId="{B6AF56FB-9740-4C14-9A42-E0F97B7271A6}"/>
    <dgm:cxn modelId="{20CD1AD6-5D39-4AF7-8C33-BF3E2EA0D028}" type="presParOf" srcId="{9ED0F2B7-6D2C-436B-A050-B2589FAC93BA}" destId="{6E8156B3-2CC1-49A3-BA2B-1C6FCB4BB754}" srcOrd="0" destOrd="0" presId="urn:microsoft.com/office/officeart/2005/8/layout/vList2"/>
    <dgm:cxn modelId="{AFA8E9F0-4A40-4860-95A5-114BE74ABEAE}" type="presParOf" srcId="{9ED0F2B7-6D2C-436B-A050-B2589FAC93BA}" destId="{D5DBBCD1-5AA5-480F-8DFE-AC3878FCB771}" srcOrd="1" destOrd="0" presId="urn:microsoft.com/office/officeart/2005/8/layout/vList2"/>
    <dgm:cxn modelId="{0B633F96-F1DC-4919-8551-1EAEA7007AD0}" type="presParOf" srcId="{9ED0F2B7-6D2C-436B-A050-B2589FAC93BA}" destId="{FF07CB43-713E-41D4-B936-6238715A1093}" srcOrd="2" destOrd="0" presId="urn:microsoft.com/office/officeart/2005/8/layout/vList2"/>
    <dgm:cxn modelId="{D9272623-9682-4EFF-9D32-7E35059ABC3D}" type="presParOf" srcId="{9ED0F2B7-6D2C-436B-A050-B2589FAC93BA}" destId="{7D66EAD9-C055-44DA-AF25-ADFFB9161FB9}" srcOrd="3" destOrd="0" presId="urn:microsoft.com/office/officeart/2005/8/layout/vList2"/>
    <dgm:cxn modelId="{78EBDA21-7FBF-468A-B832-0C0B3B09CC36}" type="presParOf" srcId="{9ED0F2B7-6D2C-436B-A050-B2589FAC93BA}" destId="{A4D819D2-87E6-4607-9502-B1469A75DB35}"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03DECEBD-B810-4E89-846B-6175F2AE271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F612C492-0F90-4A48-8122-C2DB80246E1C}">
      <dgm:prSet custT="1"/>
      <dgm:spPr/>
      <dgm:t>
        <a:bodyPr/>
        <a:lstStyle/>
        <a:p>
          <a:r>
            <a:rPr lang="en-US" sz="2300" dirty="0"/>
            <a:t>The highest number of injuries over the past five years was recorded among individuals </a:t>
          </a:r>
          <a:r>
            <a:rPr lang="en-US" sz="2300" b="1" dirty="0">
              <a:solidFill>
                <a:srgbClr val="FF0000"/>
              </a:solidFill>
            </a:rPr>
            <a:t>aged 15 to 25 </a:t>
          </a:r>
        </a:p>
      </dgm:t>
    </dgm:pt>
    <dgm:pt modelId="{A563953B-D7F4-43F4-A29F-2B7A176781A7}" type="parTrans" cxnId="{4023208D-999E-4C1A-BDBD-3630748FBC3E}">
      <dgm:prSet/>
      <dgm:spPr/>
      <dgm:t>
        <a:bodyPr/>
        <a:lstStyle/>
        <a:p>
          <a:endParaRPr lang="en-US"/>
        </a:p>
      </dgm:t>
    </dgm:pt>
    <dgm:pt modelId="{A5847D36-D32C-4A40-9AAF-51BE74AB612B}" type="sibTrans" cxnId="{4023208D-999E-4C1A-BDBD-3630748FBC3E}">
      <dgm:prSet/>
      <dgm:spPr/>
      <dgm:t>
        <a:bodyPr/>
        <a:lstStyle/>
        <a:p>
          <a:endParaRPr lang="en-US"/>
        </a:p>
      </dgm:t>
    </dgm:pt>
    <dgm:pt modelId="{A6903B05-CD8B-41FF-A830-B310F2DA33DD}">
      <dgm:prSet custT="1"/>
      <dgm:spPr/>
      <dgm:t>
        <a:bodyPr/>
        <a:lstStyle/>
        <a:p>
          <a:r>
            <a:rPr lang="en-US" sz="2000" dirty="0"/>
            <a:t>The high rate of injuries within this age group can be attributed to the nature of adolescence and increased physical activities</a:t>
          </a:r>
          <a:endParaRPr lang="ar-EG" sz="2000" dirty="0"/>
        </a:p>
      </dgm:t>
    </dgm:pt>
    <dgm:pt modelId="{1E8057FA-11BD-4E61-8C13-D923A7E7C0E6}" type="parTrans" cxnId="{C19F7E8A-2641-47FC-BD61-C46D996990FB}">
      <dgm:prSet/>
      <dgm:spPr/>
      <dgm:t>
        <a:bodyPr/>
        <a:lstStyle/>
        <a:p>
          <a:endParaRPr lang="en-US"/>
        </a:p>
      </dgm:t>
    </dgm:pt>
    <dgm:pt modelId="{03D025B2-929E-4D23-AD88-11656041720E}" type="sibTrans" cxnId="{C19F7E8A-2641-47FC-BD61-C46D996990FB}">
      <dgm:prSet/>
      <dgm:spPr/>
      <dgm:t>
        <a:bodyPr/>
        <a:lstStyle/>
        <a:p>
          <a:endParaRPr lang="en-US"/>
        </a:p>
      </dgm:t>
    </dgm:pt>
    <dgm:pt modelId="{B3AF9056-1FED-4721-B613-909E3A4AEBA7}">
      <dgm:prSet/>
      <dgm:spPr/>
      <dgm:t>
        <a:bodyPr/>
        <a:lstStyle/>
        <a:p>
          <a:endParaRPr lang="ar-EG" dirty="0"/>
        </a:p>
      </dgm:t>
    </dgm:pt>
    <dgm:pt modelId="{4A4BE678-99E1-4B99-AC06-654E1CACB0C7}" type="parTrans" cxnId="{D6761863-0C52-48D5-8331-AF3D2B0B4733}">
      <dgm:prSet/>
      <dgm:spPr/>
      <dgm:t>
        <a:bodyPr/>
        <a:lstStyle/>
        <a:p>
          <a:endParaRPr lang="en-US"/>
        </a:p>
      </dgm:t>
    </dgm:pt>
    <dgm:pt modelId="{89A24FB0-3465-4BCB-BC2E-92140D5CBEF2}" type="sibTrans" cxnId="{D6761863-0C52-48D5-8331-AF3D2B0B4733}">
      <dgm:prSet/>
      <dgm:spPr/>
      <dgm:t>
        <a:bodyPr/>
        <a:lstStyle/>
        <a:p>
          <a:endParaRPr lang="en-US"/>
        </a:p>
      </dgm:t>
    </dgm:pt>
    <dgm:pt modelId="{8CA0C5F3-EA65-4AC4-9ED1-E4DC29096E23}" type="pres">
      <dgm:prSet presAssocID="{03DECEBD-B810-4E89-846B-6175F2AE271C}" presName="Name0" presStyleCnt="0">
        <dgm:presLayoutVars>
          <dgm:dir/>
          <dgm:animLvl val="lvl"/>
          <dgm:resizeHandles val="exact"/>
        </dgm:presLayoutVars>
      </dgm:prSet>
      <dgm:spPr/>
    </dgm:pt>
    <dgm:pt modelId="{F2E3B931-37D1-4792-9CBF-4280037748B3}" type="pres">
      <dgm:prSet presAssocID="{B3AF9056-1FED-4721-B613-909E3A4AEBA7}" presName="boxAndChildren" presStyleCnt="0"/>
      <dgm:spPr/>
    </dgm:pt>
    <dgm:pt modelId="{10F8E09F-8EE3-4806-A243-ED61E25608E8}" type="pres">
      <dgm:prSet presAssocID="{B3AF9056-1FED-4721-B613-909E3A4AEBA7}" presName="parentTextBox" presStyleLbl="node1" presStyleIdx="0" presStyleCnt="3" custScaleY="123461"/>
      <dgm:spPr/>
    </dgm:pt>
    <dgm:pt modelId="{72D93219-29C5-45C4-A357-7009C524A7BE}" type="pres">
      <dgm:prSet presAssocID="{03D025B2-929E-4D23-AD88-11656041720E}" presName="sp" presStyleCnt="0"/>
      <dgm:spPr/>
    </dgm:pt>
    <dgm:pt modelId="{79F8A0EB-436C-4836-921F-9FB35AD05DF2}" type="pres">
      <dgm:prSet presAssocID="{A6903B05-CD8B-41FF-A830-B310F2DA33DD}" presName="arrowAndChildren" presStyleCnt="0"/>
      <dgm:spPr/>
    </dgm:pt>
    <dgm:pt modelId="{9ED56FEB-888C-4230-83DD-7C68A7C94256}" type="pres">
      <dgm:prSet presAssocID="{A6903B05-CD8B-41FF-A830-B310F2DA33DD}" presName="parentTextArrow" presStyleLbl="node1" presStyleIdx="1" presStyleCnt="3" custScaleY="126338"/>
      <dgm:spPr/>
    </dgm:pt>
    <dgm:pt modelId="{65D09D81-7351-4B24-BBEE-657932475FC4}" type="pres">
      <dgm:prSet presAssocID="{A5847D36-D32C-4A40-9AAF-51BE74AB612B}" presName="sp" presStyleCnt="0"/>
      <dgm:spPr/>
    </dgm:pt>
    <dgm:pt modelId="{FC92FC8A-19D6-446D-A990-635EDBC8F4CF}" type="pres">
      <dgm:prSet presAssocID="{F612C492-0F90-4A48-8122-C2DB80246E1C}" presName="arrowAndChildren" presStyleCnt="0"/>
      <dgm:spPr/>
    </dgm:pt>
    <dgm:pt modelId="{7E046189-0528-45AD-9862-9E9896C35541}" type="pres">
      <dgm:prSet presAssocID="{F612C492-0F90-4A48-8122-C2DB80246E1C}" presName="parentTextArrow" presStyleLbl="node1" presStyleIdx="2" presStyleCnt="3" custScaleY="134542" custLinFactNeighborX="1244" custLinFactNeighborY="-32"/>
      <dgm:spPr/>
    </dgm:pt>
  </dgm:ptLst>
  <dgm:cxnLst>
    <dgm:cxn modelId="{5CC63961-1734-454E-9ACB-B61647F07E45}" type="presOf" srcId="{B3AF9056-1FED-4721-B613-909E3A4AEBA7}" destId="{10F8E09F-8EE3-4806-A243-ED61E25608E8}" srcOrd="0" destOrd="0" presId="urn:microsoft.com/office/officeart/2005/8/layout/process4"/>
    <dgm:cxn modelId="{D6761863-0C52-48D5-8331-AF3D2B0B4733}" srcId="{03DECEBD-B810-4E89-846B-6175F2AE271C}" destId="{B3AF9056-1FED-4721-B613-909E3A4AEBA7}" srcOrd="2" destOrd="0" parTransId="{4A4BE678-99E1-4B99-AC06-654E1CACB0C7}" sibTransId="{89A24FB0-3465-4BCB-BC2E-92140D5CBEF2}"/>
    <dgm:cxn modelId="{C19F7E8A-2641-47FC-BD61-C46D996990FB}" srcId="{03DECEBD-B810-4E89-846B-6175F2AE271C}" destId="{A6903B05-CD8B-41FF-A830-B310F2DA33DD}" srcOrd="1" destOrd="0" parTransId="{1E8057FA-11BD-4E61-8C13-D923A7E7C0E6}" sibTransId="{03D025B2-929E-4D23-AD88-11656041720E}"/>
    <dgm:cxn modelId="{4023208D-999E-4C1A-BDBD-3630748FBC3E}" srcId="{03DECEBD-B810-4E89-846B-6175F2AE271C}" destId="{F612C492-0F90-4A48-8122-C2DB80246E1C}" srcOrd="0" destOrd="0" parTransId="{A563953B-D7F4-43F4-A29F-2B7A176781A7}" sibTransId="{A5847D36-D32C-4A40-9AAF-51BE74AB612B}"/>
    <dgm:cxn modelId="{D2FD4B93-7BD5-4936-AE0B-866EB954A3CA}" type="presOf" srcId="{A6903B05-CD8B-41FF-A830-B310F2DA33DD}" destId="{9ED56FEB-888C-4230-83DD-7C68A7C94256}" srcOrd="0" destOrd="0" presId="urn:microsoft.com/office/officeart/2005/8/layout/process4"/>
    <dgm:cxn modelId="{3910A09B-9DCF-431D-8FE3-491A17C79561}" type="presOf" srcId="{03DECEBD-B810-4E89-846B-6175F2AE271C}" destId="{8CA0C5F3-EA65-4AC4-9ED1-E4DC29096E23}" srcOrd="0" destOrd="0" presId="urn:microsoft.com/office/officeart/2005/8/layout/process4"/>
    <dgm:cxn modelId="{D10815DB-0BCD-4A8A-9ACD-95BD597DD111}" type="presOf" srcId="{F612C492-0F90-4A48-8122-C2DB80246E1C}" destId="{7E046189-0528-45AD-9862-9E9896C35541}" srcOrd="0" destOrd="0" presId="urn:microsoft.com/office/officeart/2005/8/layout/process4"/>
    <dgm:cxn modelId="{F123E607-6534-4BFA-B38D-3DB9B23BF872}" type="presParOf" srcId="{8CA0C5F3-EA65-4AC4-9ED1-E4DC29096E23}" destId="{F2E3B931-37D1-4792-9CBF-4280037748B3}" srcOrd="0" destOrd="0" presId="urn:microsoft.com/office/officeart/2005/8/layout/process4"/>
    <dgm:cxn modelId="{7C30CFD3-1E23-4060-87E1-09C624B7EFF6}" type="presParOf" srcId="{F2E3B931-37D1-4792-9CBF-4280037748B3}" destId="{10F8E09F-8EE3-4806-A243-ED61E25608E8}" srcOrd="0" destOrd="0" presId="urn:microsoft.com/office/officeart/2005/8/layout/process4"/>
    <dgm:cxn modelId="{6D30FA47-8F59-4F58-AFA3-E6FA747DB990}" type="presParOf" srcId="{8CA0C5F3-EA65-4AC4-9ED1-E4DC29096E23}" destId="{72D93219-29C5-45C4-A357-7009C524A7BE}" srcOrd="1" destOrd="0" presId="urn:microsoft.com/office/officeart/2005/8/layout/process4"/>
    <dgm:cxn modelId="{6161A671-5772-4917-993B-481A9D8B24FF}" type="presParOf" srcId="{8CA0C5F3-EA65-4AC4-9ED1-E4DC29096E23}" destId="{79F8A0EB-436C-4836-921F-9FB35AD05DF2}" srcOrd="2" destOrd="0" presId="urn:microsoft.com/office/officeart/2005/8/layout/process4"/>
    <dgm:cxn modelId="{D04CAC26-C160-4578-985D-60C446A15970}" type="presParOf" srcId="{79F8A0EB-436C-4836-921F-9FB35AD05DF2}" destId="{9ED56FEB-888C-4230-83DD-7C68A7C94256}" srcOrd="0" destOrd="0" presId="urn:microsoft.com/office/officeart/2005/8/layout/process4"/>
    <dgm:cxn modelId="{6150F3DF-D562-413B-8AC3-913A5634D670}" type="presParOf" srcId="{8CA0C5F3-EA65-4AC4-9ED1-E4DC29096E23}" destId="{65D09D81-7351-4B24-BBEE-657932475FC4}" srcOrd="3" destOrd="0" presId="urn:microsoft.com/office/officeart/2005/8/layout/process4"/>
    <dgm:cxn modelId="{9A28E01B-05A4-4248-A880-B894FFE9C3E0}" type="presParOf" srcId="{8CA0C5F3-EA65-4AC4-9ED1-E4DC29096E23}" destId="{FC92FC8A-19D6-446D-A990-635EDBC8F4CF}" srcOrd="4" destOrd="0" presId="urn:microsoft.com/office/officeart/2005/8/layout/process4"/>
    <dgm:cxn modelId="{F13C3054-86B2-4FF7-AC5A-E08BB21A8EBD}" type="presParOf" srcId="{FC92FC8A-19D6-446D-A990-635EDBC8F4CF}" destId="{7E046189-0528-45AD-9862-9E9896C35541}"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76067E-273B-403C-AC51-686C8FA49232}"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9707CA5E-BABA-4224-AF6B-F07F4C56F98B}">
      <dgm:prSet custT="1"/>
      <dgm:spPr/>
      <dgm:t>
        <a:bodyPr/>
        <a:lstStyle/>
        <a:p>
          <a:r>
            <a:rPr lang="en-US" sz="2300" b="1" dirty="0">
              <a:solidFill>
                <a:srgbClr val="FF0000"/>
              </a:solidFill>
            </a:rPr>
            <a:t>October</a:t>
          </a:r>
          <a:r>
            <a:rPr lang="en-US" sz="2300" dirty="0"/>
            <a:t> recorded the highest rate of accidents over the past five years</a:t>
          </a:r>
        </a:p>
      </dgm:t>
    </dgm:pt>
    <dgm:pt modelId="{20EE9828-1A47-4400-A1DA-034543E03313}" type="parTrans" cxnId="{B25E16F7-D9B1-45A7-83BD-051A534DEC2D}">
      <dgm:prSet/>
      <dgm:spPr/>
      <dgm:t>
        <a:bodyPr/>
        <a:lstStyle/>
        <a:p>
          <a:endParaRPr lang="en-US"/>
        </a:p>
      </dgm:t>
    </dgm:pt>
    <dgm:pt modelId="{C9D1588A-E64F-4D54-BBF0-A1BB9056677A}" type="sibTrans" cxnId="{B25E16F7-D9B1-45A7-83BD-051A534DEC2D}">
      <dgm:prSet/>
      <dgm:spPr/>
      <dgm:t>
        <a:bodyPr/>
        <a:lstStyle/>
        <a:p>
          <a:endParaRPr lang="en-US"/>
        </a:p>
      </dgm:t>
    </dgm:pt>
    <dgm:pt modelId="{9DFB08B0-DFD8-4F4A-A6BC-88A61F752847}">
      <dgm:prSet custT="1"/>
      <dgm:spPr/>
      <dgm:t>
        <a:bodyPr/>
        <a:lstStyle/>
        <a:p>
          <a:r>
            <a:rPr lang="en-US" sz="2300" dirty="0"/>
            <a:t>The rise in accidents during October may be attributed to the start of the academic year and the growing number of private universities located far from residential areas, leading to increased traffic congestion due to student commuting</a:t>
          </a:r>
        </a:p>
      </dgm:t>
    </dgm:pt>
    <dgm:pt modelId="{DF7E5D0E-3740-4D4F-80E3-B4225C63A080}" type="parTrans" cxnId="{B00BCE56-C9BD-4F6C-9B9D-7E18751C2348}">
      <dgm:prSet/>
      <dgm:spPr/>
      <dgm:t>
        <a:bodyPr/>
        <a:lstStyle/>
        <a:p>
          <a:endParaRPr lang="en-US"/>
        </a:p>
      </dgm:t>
    </dgm:pt>
    <dgm:pt modelId="{C4E6EAEC-0754-449F-A3EB-EB30834B1687}" type="sibTrans" cxnId="{B00BCE56-C9BD-4F6C-9B9D-7E18751C2348}">
      <dgm:prSet/>
      <dgm:spPr/>
      <dgm:t>
        <a:bodyPr/>
        <a:lstStyle/>
        <a:p>
          <a:endParaRPr lang="en-US"/>
        </a:p>
      </dgm:t>
    </dgm:pt>
    <dgm:pt modelId="{30AD1949-F6C4-45DA-BE0B-386E268112C6}" type="pres">
      <dgm:prSet presAssocID="{AC76067E-273B-403C-AC51-686C8FA49232}" presName="Name0" presStyleCnt="0">
        <dgm:presLayoutVars>
          <dgm:dir/>
          <dgm:animLvl val="lvl"/>
          <dgm:resizeHandles val="exact"/>
        </dgm:presLayoutVars>
      </dgm:prSet>
      <dgm:spPr/>
    </dgm:pt>
    <dgm:pt modelId="{9DCAEDC0-7DEA-49C3-8196-BBD54A23C2B5}" type="pres">
      <dgm:prSet presAssocID="{9DFB08B0-DFD8-4F4A-A6BC-88A61F752847}" presName="boxAndChildren" presStyleCnt="0"/>
      <dgm:spPr/>
    </dgm:pt>
    <dgm:pt modelId="{A5F9749F-82B9-42DD-81D3-467254BD8503}" type="pres">
      <dgm:prSet presAssocID="{9DFB08B0-DFD8-4F4A-A6BC-88A61F752847}" presName="parentTextBox" presStyleLbl="node1" presStyleIdx="0" presStyleCnt="2" custScaleY="235551"/>
      <dgm:spPr/>
    </dgm:pt>
    <dgm:pt modelId="{0CBE35B1-B4E3-4463-9D4D-DF10CEAFEA31}" type="pres">
      <dgm:prSet presAssocID="{C9D1588A-E64F-4D54-BBF0-A1BB9056677A}" presName="sp" presStyleCnt="0"/>
      <dgm:spPr/>
    </dgm:pt>
    <dgm:pt modelId="{2AE4CF55-E2A9-452A-8D02-58ADF6F77B6A}" type="pres">
      <dgm:prSet presAssocID="{9707CA5E-BABA-4224-AF6B-F07F4C56F98B}" presName="arrowAndChildren" presStyleCnt="0"/>
      <dgm:spPr/>
    </dgm:pt>
    <dgm:pt modelId="{BF840466-3AB0-45F9-AA14-D8A9BB5EC7A3}" type="pres">
      <dgm:prSet presAssocID="{9707CA5E-BABA-4224-AF6B-F07F4C56F98B}" presName="parentTextArrow" presStyleLbl="node1" presStyleIdx="1" presStyleCnt="2"/>
      <dgm:spPr/>
    </dgm:pt>
  </dgm:ptLst>
  <dgm:cxnLst>
    <dgm:cxn modelId="{03752A04-A9A6-4E6C-B820-1F93783B1E62}" type="presOf" srcId="{AC76067E-273B-403C-AC51-686C8FA49232}" destId="{30AD1949-F6C4-45DA-BE0B-386E268112C6}" srcOrd="0" destOrd="0" presId="urn:microsoft.com/office/officeart/2005/8/layout/process4"/>
    <dgm:cxn modelId="{2122406A-3E15-4279-9D30-F3763934D0C9}" type="presOf" srcId="{9DFB08B0-DFD8-4F4A-A6BC-88A61F752847}" destId="{A5F9749F-82B9-42DD-81D3-467254BD8503}" srcOrd="0" destOrd="0" presId="urn:microsoft.com/office/officeart/2005/8/layout/process4"/>
    <dgm:cxn modelId="{B00BCE56-C9BD-4F6C-9B9D-7E18751C2348}" srcId="{AC76067E-273B-403C-AC51-686C8FA49232}" destId="{9DFB08B0-DFD8-4F4A-A6BC-88A61F752847}" srcOrd="1" destOrd="0" parTransId="{DF7E5D0E-3740-4D4F-80E3-B4225C63A080}" sibTransId="{C4E6EAEC-0754-449F-A3EB-EB30834B1687}"/>
    <dgm:cxn modelId="{1421BFD4-2F75-45A4-8285-720BBF567411}" type="presOf" srcId="{9707CA5E-BABA-4224-AF6B-F07F4C56F98B}" destId="{BF840466-3AB0-45F9-AA14-D8A9BB5EC7A3}" srcOrd="0" destOrd="0" presId="urn:microsoft.com/office/officeart/2005/8/layout/process4"/>
    <dgm:cxn modelId="{B25E16F7-D9B1-45A7-83BD-051A534DEC2D}" srcId="{AC76067E-273B-403C-AC51-686C8FA49232}" destId="{9707CA5E-BABA-4224-AF6B-F07F4C56F98B}" srcOrd="0" destOrd="0" parTransId="{20EE9828-1A47-4400-A1DA-034543E03313}" sibTransId="{C9D1588A-E64F-4D54-BBF0-A1BB9056677A}"/>
    <dgm:cxn modelId="{D70635D6-A6AA-4AD1-881B-95A9DD5F9305}" type="presParOf" srcId="{30AD1949-F6C4-45DA-BE0B-386E268112C6}" destId="{9DCAEDC0-7DEA-49C3-8196-BBD54A23C2B5}" srcOrd="0" destOrd="0" presId="urn:microsoft.com/office/officeart/2005/8/layout/process4"/>
    <dgm:cxn modelId="{750B68E0-9799-40E3-BF7A-1138E88BDA8B}" type="presParOf" srcId="{9DCAEDC0-7DEA-49C3-8196-BBD54A23C2B5}" destId="{A5F9749F-82B9-42DD-81D3-467254BD8503}" srcOrd="0" destOrd="0" presId="urn:microsoft.com/office/officeart/2005/8/layout/process4"/>
    <dgm:cxn modelId="{229048C4-D1C7-486D-A643-3C7AA8B3BCE7}" type="presParOf" srcId="{30AD1949-F6C4-45DA-BE0B-386E268112C6}" destId="{0CBE35B1-B4E3-4463-9D4D-DF10CEAFEA31}" srcOrd="1" destOrd="0" presId="urn:microsoft.com/office/officeart/2005/8/layout/process4"/>
    <dgm:cxn modelId="{4DEF9CB2-92FB-4285-B123-C7178064C9D4}" type="presParOf" srcId="{30AD1949-F6C4-45DA-BE0B-386E268112C6}" destId="{2AE4CF55-E2A9-452A-8D02-58ADF6F77B6A}" srcOrd="2" destOrd="0" presId="urn:microsoft.com/office/officeart/2005/8/layout/process4"/>
    <dgm:cxn modelId="{1B2388F6-F6FB-43DA-94DF-17526898006B}" type="presParOf" srcId="{2AE4CF55-E2A9-452A-8D02-58ADF6F77B6A}" destId="{BF840466-3AB0-45F9-AA14-D8A9BB5EC7A3}"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A43745C-0970-4D82-9E64-A1999E120B89}"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B88A5A5-37CC-4636-A649-54197B1703E7}">
      <dgm:prSet/>
      <dgm:spPr/>
      <dgm:t>
        <a:bodyPr/>
        <a:lstStyle/>
        <a:p>
          <a:r>
            <a:rPr lang="en-US" b="1" dirty="0">
              <a:solidFill>
                <a:schemeClr val="bg1"/>
              </a:solidFill>
            </a:rPr>
            <a:t>Although</a:t>
          </a:r>
          <a:r>
            <a:rPr lang="en-US" b="1" dirty="0">
              <a:solidFill>
                <a:srgbClr val="FF0000"/>
              </a:solidFill>
            </a:rPr>
            <a:t> Passenger</a:t>
          </a:r>
          <a:r>
            <a:rPr lang="en-US" dirty="0"/>
            <a:t> injuries recorded the highest numbers, </a:t>
          </a:r>
          <a:r>
            <a:rPr lang="en-US" b="1" dirty="0">
              <a:solidFill>
                <a:srgbClr val="FF0000"/>
              </a:solidFill>
            </a:rPr>
            <a:t>Pedestrian</a:t>
          </a:r>
          <a:r>
            <a:rPr lang="en-US" dirty="0"/>
            <a:t> injuries also represent a significant proportion.</a:t>
          </a:r>
        </a:p>
      </dgm:t>
    </dgm:pt>
    <dgm:pt modelId="{ED4F0159-A1E8-465D-B830-573F4470FC94}" type="parTrans" cxnId="{9C9FD9DD-70F8-4F74-932F-2627F5137EC9}">
      <dgm:prSet/>
      <dgm:spPr/>
      <dgm:t>
        <a:bodyPr/>
        <a:lstStyle/>
        <a:p>
          <a:endParaRPr lang="en-US"/>
        </a:p>
      </dgm:t>
    </dgm:pt>
    <dgm:pt modelId="{B604A526-343A-401C-81DA-03D645F0C464}" type="sibTrans" cxnId="{9C9FD9DD-70F8-4F74-932F-2627F5137EC9}">
      <dgm:prSet/>
      <dgm:spPr/>
      <dgm:t>
        <a:bodyPr/>
        <a:lstStyle/>
        <a:p>
          <a:endParaRPr lang="en-US"/>
        </a:p>
      </dgm:t>
    </dgm:pt>
    <dgm:pt modelId="{8B7D170B-E526-4330-BC56-41612AB0ADB1}">
      <dgm:prSet/>
      <dgm:spPr/>
      <dgm:t>
        <a:bodyPr/>
        <a:lstStyle/>
        <a:p>
          <a:r>
            <a:rPr lang="en-US" dirty="0"/>
            <a:t>Highlights the need to raise awareness</a:t>
          </a:r>
          <a:r>
            <a:rPr lang="ar-EG" dirty="0"/>
            <a:t> </a:t>
          </a:r>
          <a:r>
            <a:rPr lang="en-US" dirty="0"/>
            <a:t>through posts, advertisements and awareness sessions</a:t>
          </a:r>
          <a:r>
            <a:rPr lang="ar-EG" dirty="0"/>
            <a:t> </a:t>
          </a:r>
          <a:r>
            <a:rPr lang="en-US" dirty="0"/>
            <a:t>about following speed limits and traffic signals.</a:t>
          </a:r>
        </a:p>
      </dgm:t>
    </dgm:pt>
    <dgm:pt modelId="{27C154C3-9978-49F5-856E-2AD3E64F8715}" type="parTrans" cxnId="{F2A98DEF-F6F0-4831-BEEE-6B1CFA3AFF1B}">
      <dgm:prSet/>
      <dgm:spPr/>
      <dgm:t>
        <a:bodyPr/>
        <a:lstStyle/>
        <a:p>
          <a:endParaRPr lang="en-US"/>
        </a:p>
      </dgm:t>
    </dgm:pt>
    <dgm:pt modelId="{23A9BF1F-28A2-4060-8B06-B97D950FF353}" type="sibTrans" cxnId="{F2A98DEF-F6F0-4831-BEEE-6B1CFA3AFF1B}">
      <dgm:prSet/>
      <dgm:spPr/>
      <dgm:t>
        <a:bodyPr/>
        <a:lstStyle/>
        <a:p>
          <a:endParaRPr lang="en-US"/>
        </a:p>
      </dgm:t>
    </dgm:pt>
    <dgm:pt modelId="{C0CA3C75-0260-4361-8688-B68FA2A346A0}" type="pres">
      <dgm:prSet presAssocID="{5A43745C-0970-4D82-9E64-A1999E120B89}" presName="Name0" presStyleCnt="0">
        <dgm:presLayoutVars>
          <dgm:dir/>
          <dgm:animLvl val="lvl"/>
          <dgm:resizeHandles val="exact"/>
        </dgm:presLayoutVars>
      </dgm:prSet>
      <dgm:spPr/>
    </dgm:pt>
    <dgm:pt modelId="{89CA9F1E-CCF0-4948-B50D-D3B4274663A6}" type="pres">
      <dgm:prSet presAssocID="{8B7D170B-E526-4330-BC56-41612AB0ADB1}" presName="boxAndChildren" presStyleCnt="0"/>
      <dgm:spPr/>
    </dgm:pt>
    <dgm:pt modelId="{2637C72B-054D-43B4-ADD6-EF495B2920A3}" type="pres">
      <dgm:prSet presAssocID="{8B7D170B-E526-4330-BC56-41612AB0ADB1}" presName="parentTextBox" presStyleLbl="node1" presStyleIdx="0" presStyleCnt="2"/>
      <dgm:spPr/>
    </dgm:pt>
    <dgm:pt modelId="{25926543-A415-4AD6-8D5B-3B1B127A3353}" type="pres">
      <dgm:prSet presAssocID="{B604A526-343A-401C-81DA-03D645F0C464}" presName="sp" presStyleCnt="0"/>
      <dgm:spPr/>
    </dgm:pt>
    <dgm:pt modelId="{F9A20A65-4351-4499-BCBE-ED7F9599C9DC}" type="pres">
      <dgm:prSet presAssocID="{3B88A5A5-37CC-4636-A649-54197B1703E7}" presName="arrowAndChildren" presStyleCnt="0"/>
      <dgm:spPr/>
    </dgm:pt>
    <dgm:pt modelId="{55A62831-10E6-4660-9A3C-B3F49361740D}" type="pres">
      <dgm:prSet presAssocID="{3B88A5A5-37CC-4636-A649-54197B1703E7}" presName="parentTextArrow" presStyleLbl="node1" presStyleIdx="1" presStyleCnt="2" custScaleY="105512"/>
      <dgm:spPr/>
    </dgm:pt>
  </dgm:ptLst>
  <dgm:cxnLst>
    <dgm:cxn modelId="{B1749654-1A20-4A95-A5B9-DBED9755C716}" type="presOf" srcId="{8B7D170B-E526-4330-BC56-41612AB0ADB1}" destId="{2637C72B-054D-43B4-ADD6-EF495B2920A3}" srcOrd="0" destOrd="0" presId="urn:microsoft.com/office/officeart/2005/8/layout/process4"/>
    <dgm:cxn modelId="{D50206A0-6108-4EE0-8ADA-49A96229F6B4}" type="presOf" srcId="{3B88A5A5-37CC-4636-A649-54197B1703E7}" destId="{55A62831-10E6-4660-9A3C-B3F49361740D}" srcOrd="0" destOrd="0" presId="urn:microsoft.com/office/officeart/2005/8/layout/process4"/>
    <dgm:cxn modelId="{8D1C85D5-FD54-4A9B-AD29-E9D620001374}" type="presOf" srcId="{5A43745C-0970-4D82-9E64-A1999E120B89}" destId="{C0CA3C75-0260-4361-8688-B68FA2A346A0}" srcOrd="0" destOrd="0" presId="urn:microsoft.com/office/officeart/2005/8/layout/process4"/>
    <dgm:cxn modelId="{9C9FD9DD-70F8-4F74-932F-2627F5137EC9}" srcId="{5A43745C-0970-4D82-9E64-A1999E120B89}" destId="{3B88A5A5-37CC-4636-A649-54197B1703E7}" srcOrd="0" destOrd="0" parTransId="{ED4F0159-A1E8-465D-B830-573F4470FC94}" sibTransId="{B604A526-343A-401C-81DA-03D645F0C464}"/>
    <dgm:cxn modelId="{F2A98DEF-F6F0-4831-BEEE-6B1CFA3AFF1B}" srcId="{5A43745C-0970-4D82-9E64-A1999E120B89}" destId="{8B7D170B-E526-4330-BC56-41612AB0ADB1}" srcOrd="1" destOrd="0" parTransId="{27C154C3-9978-49F5-856E-2AD3E64F8715}" sibTransId="{23A9BF1F-28A2-4060-8B06-B97D950FF353}"/>
    <dgm:cxn modelId="{F1E34E59-80D3-498C-9952-538D83E94853}" type="presParOf" srcId="{C0CA3C75-0260-4361-8688-B68FA2A346A0}" destId="{89CA9F1E-CCF0-4948-B50D-D3B4274663A6}" srcOrd="0" destOrd="0" presId="urn:microsoft.com/office/officeart/2005/8/layout/process4"/>
    <dgm:cxn modelId="{5A9BC410-DA95-4BB4-99DC-14DCE4A85EA0}" type="presParOf" srcId="{89CA9F1E-CCF0-4948-B50D-D3B4274663A6}" destId="{2637C72B-054D-43B4-ADD6-EF495B2920A3}" srcOrd="0" destOrd="0" presId="urn:microsoft.com/office/officeart/2005/8/layout/process4"/>
    <dgm:cxn modelId="{B12CF46A-860D-4511-AAE2-C5E01466717F}" type="presParOf" srcId="{C0CA3C75-0260-4361-8688-B68FA2A346A0}" destId="{25926543-A415-4AD6-8D5B-3B1B127A3353}" srcOrd="1" destOrd="0" presId="urn:microsoft.com/office/officeart/2005/8/layout/process4"/>
    <dgm:cxn modelId="{752DB049-461D-4295-8BC8-EF4D3EF0720D}" type="presParOf" srcId="{C0CA3C75-0260-4361-8688-B68FA2A346A0}" destId="{F9A20A65-4351-4499-BCBE-ED7F9599C9DC}" srcOrd="2" destOrd="0" presId="urn:microsoft.com/office/officeart/2005/8/layout/process4"/>
    <dgm:cxn modelId="{E598E745-0ABD-4085-8A64-21E47B613ACA}" type="presParOf" srcId="{F9A20A65-4351-4499-BCBE-ED7F9599C9DC}" destId="{55A62831-10E6-4660-9A3C-B3F49361740D}"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9C072B9-BD08-48BC-9E2D-C3D73AB39F7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3A41984B-0D79-4D72-80CF-6F26B4CEE1B5}">
      <dgm:prSet custT="1"/>
      <dgm:spPr/>
      <dgm:t>
        <a:bodyPr/>
        <a:lstStyle/>
        <a:p>
          <a:r>
            <a:rPr lang="en-US" sz="2300" dirty="0"/>
            <a:t>These governorates contain the </a:t>
          </a:r>
          <a:r>
            <a:rPr lang="en-US" sz="2300" b="1" dirty="0">
              <a:solidFill>
                <a:srgbClr val="FF0000"/>
              </a:solidFill>
            </a:rPr>
            <a:t>highest</a:t>
          </a:r>
          <a:r>
            <a:rPr lang="en-US" sz="2300" dirty="0"/>
            <a:t> number of Dangerous roads</a:t>
          </a:r>
          <a:r>
            <a:rPr lang="en-US" sz="1800" dirty="0"/>
            <a:t>.</a:t>
          </a:r>
        </a:p>
      </dgm:t>
    </dgm:pt>
    <dgm:pt modelId="{DF51ECBA-0BF4-4C23-8F16-7EE4487CF52E}" type="parTrans" cxnId="{19E257AA-8244-48FF-88E8-D856CE3FDC15}">
      <dgm:prSet/>
      <dgm:spPr/>
      <dgm:t>
        <a:bodyPr/>
        <a:lstStyle/>
        <a:p>
          <a:endParaRPr lang="en-US"/>
        </a:p>
      </dgm:t>
    </dgm:pt>
    <dgm:pt modelId="{91114F71-FA44-4DBF-BE11-C412277DD70D}" type="sibTrans" cxnId="{19E257AA-8244-48FF-88E8-D856CE3FDC15}">
      <dgm:prSet/>
      <dgm:spPr/>
      <dgm:t>
        <a:bodyPr/>
        <a:lstStyle/>
        <a:p>
          <a:endParaRPr lang="en-US"/>
        </a:p>
      </dgm:t>
    </dgm:pt>
    <dgm:pt modelId="{EA13AD81-5BD0-46C0-87BF-3165216212CD}">
      <dgm:prSet custT="1"/>
      <dgm:spPr/>
      <dgm:t>
        <a:bodyPr/>
        <a:lstStyle/>
        <a:p>
          <a:r>
            <a:rPr lang="en-US" sz="2300" dirty="0"/>
            <a:t>It is recommended to improve road infrastructure by enhancing lighting, widening lanes, separating directions, increasing rest areas, and conducting regular maintenance to ensure safety and reduce accidents</a:t>
          </a:r>
        </a:p>
      </dgm:t>
    </dgm:pt>
    <dgm:pt modelId="{760FA83A-44AB-47D7-A3C7-B33A7C16285C}" type="parTrans" cxnId="{0D811F80-78AA-4C1F-912D-C4AB4E6136F0}">
      <dgm:prSet/>
      <dgm:spPr/>
      <dgm:t>
        <a:bodyPr/>
        <a:lstStyle/>
        <a:p>
          <a:endParaRPr lang="en-US"/>
        </a:p>
      </dgm:t>
    </dgm:pt>
    <dgm:pt modelId="{2C2807D0-B520-4887-880C-9182D5D8DE3E}" type="sibTrans" cxnId="{0D811F80-78AA-4C1F-912D-C4AB4E6136F0}">
      <dgm:prSet/>
      <dgm:spPr/>
      <dgm:t>
        <a:bodyPr/>
        <a:lstStyle/>
        <a:p>
          <a:endParaRPr lang="en-US"/>
        </a:p>
      </dgm:t>
    </dgm:pt>
    <dgm:pt modelId="{D8ADC585-4516-4E0F-8CE5-0BF04C11247A}" type="pres">
      <dgm:prSet presAssocID="{E9C072B9-BD08-48BC-9E2D-C3D73AB39F7C}" presName="Name0" presStyleCnt="0">
        <dgm:presLayoutVars>
          <dgm:dir/>
          <dgm:animLvl val="lvl"/>
          <dgm:resizeHandles val="exact"/>
        </dgm:presLayoutVars>
      </dgm:prSet>
      <dgm:spPr/>
    </dgm:pt>
    <dgm:pt modelId="{1529F221-59C6-4E23-9766-35C8DDB198D7}" type="pres">
      <dgm:prSet presAssocID="{EA13AD81-5BD0-46C0-87BF-3165216212CD}" presName="boxAndChildren" presStyleCnt="0"/>
      <dgm:spPr/>
    </dgm:pt>
    <dgm:pt modelId="{BEF57AB9-8DFA-4A7F-96CE-DD54DEFDDB8B}" type="pres">
      <dgm:prSet presAssocID="{EA13AD81-5BD0-46C0-87BF-3165216212CD}" presName="parentTextBox" presStyleLbl="node1" presStyleIdx="0" presStyleCnt="2"/>
      <dgm:spPr/>
    </dgm:pt>
    <dgm:pt modelId="{CE9198D3-2F6C-4CB1-8B5A-FBF49F8CF102}" type="pres">
      <dgm:prSet presAssocID="{91114F71-FA44-4DBF-BE11-C412277DD70D}" presName="sp" presStyleCnt="0"/>
      <dgm:spPr/>
    </dgm:pt>
    <dgm:pt modelId="{53A91F92-3D57-43DF-B953-A2CFC60816B5}" type="pres">
      <dgm:prSet presAssocID="{3A41984B-0D79-4D72-80CF-6F26B4CEE1B5}" presName="arrowAndChildren" presStyleCnt="0"/>
      <dgm:spPr/>
    </dgm:pt>
    <dgm:pt modelId="{BFB5EDFD-A3EB-4E63-B860-A6F6E6835BF4}" type="pres">
      <dgm:prSet presAssocID="{3A41984B-0D79-4D72-80CF-6F26B4CEE1B5}" presName="parentTextArrow" presStyleLbl="node1" presStyleIdx="1" presStyleCnt="2" custScaleY="51862" custLinFactNeighborX="0" custLinFactNeighborY="-29393"/>
      <dgm:spPr/>
    </dgm:pt>
  </dgm:ptLst>
  <dgm:cxnLst>
    <dgm:cxn modelId="{0D811F80-78AA-4C1F-912D-C4AB4E6136F0}" srcId="{E9C072B9-BD08-48BC-9E2D-C3D73AB39F7C}" destId="{EA13AD81-5BD0-46C0-87BF-3165216212CD}" srcOrd="1" destOrd="0" parTransId="{760FA83A-44AB-47D7-A3C7-B33A7C16285C}" sibTransId="{2C2807D0-B520-4887-880C-9182D5D8DE3E}"/>
    <dgm:cxn modelId="{98C4C78C-A694-4760-8F1A-008BE702C05A}" type="presOf" srcId="{3A41984B-0D79-4D72-80CF-6F26B4CEE1B5}" destId="{BFB5EDFD-A3EB-4E63-B860-A6F6E6835BF4}" srcOrd="0" destOrd="0" presId="urn:microsoft.com/office/officeart/2005/8/layout/process4"/>
    <dgm:cxn modelId="{CC7FBD9D-E1C0-42AA-A097-14E70811BC21}" type="presOf" srcId="{E9C072B9-BD08-48BC-9E2D-C3D73AB39F7C}" destId="{D8ADC585-4516-4E0F-8CE5-0BF04C11247A}" srcOrd="0" destOrd="0" presId="urn:microsoft.com/office/officeart/2005/8/layout/process4"/>
    <dgm:cxn modelId="{19E257AA-8244-48FF-88E8-D856CE3FDC15}" srcId="{E9C072B9-BD08-48BC-9E2D-C3D73AB39F7C}" destId="{3A41984B-0D79-4D72-80CF-6F26B4CEE1B5}" srcOrd="0" destOrd="0" parTransId="{DF51ECBA-0BF4-4C23-8F16-7EE4487CF52E}" sibTransId="{91114F71-FA44-4DBF-BE11-C412277DD70D}"/>
    <dgm:cxn modelId="{1C4A91EE-C495-447E-8399-7C4F942D8BC7}" type="presOf" srcId="{EA13AD81-5BD0-46C0-87BF-3165216212CD}" destId="{BEF57AB9-8DFA-4A7F-96CE-DD54DEFDDB8B}" srcOrd="0" destOrd="0" presId="urn:microsoft.com/office/officeart/2005/8/layout/process4"/>
    <dgm:cxn modelId="{A7CC739D-DF8D-48A7-A5E1-65D335535CAE}" type="presParOf" srcId="{D8ADC585-4516-4E0F-8CE5-0BF04C11247A}" destId="{1529F221-59C6-4E23-9766-35C8DDB198D7}" srcOrd="0" destOrd="0" presId="urn:microsoft.com/office/officeart/2005/8/layout/process4"/>
    <dgm:cxn modelId="{A2BEFC7B-B905-42CC-8021-869D6172BB63}" type="presParOf" srcId="{1529F221-59C6-4E23-9766-35C8DDB198D7}" destId="{BEF57AB9-8DFA-4A7F-96CE-DD54DEFDDB8B}" srcOrd="0" destOrd="0" presId="urn:microsoft.com/office/officeart/2005/8/layout/process4"/>
    <dgm:cxn modelId="{A38E9481-2DEA-4BA1-B5D4-406F91854FFC}" type="presParOf" srcId="{D8ADC585-4516-4E0F-8CE5-0BF04C11247A}" destId="{CE9198D3-2F6C-4CB1-8B5A-FBF49F8CF102}" srcOrd="1" destOrd="0" presId="urn:microsoft.com/office/officeart/2005/8/layout/process4"/>
    <dgm:cxn modelId="{5332F7AD-3454-493A-A1EB-FBFB42A14809}" type="presParOf" srcId="{D8ADC585-4516-4E0F-8CE5-0BF04C11247A}" destId="{53A91F92-3D57-43DF-B953-A2CFC60816B5}" srcOrd="2" destOrd="0" presId="urn:microsoft.com/office/officeart/2005/8/layout/process4"/>
    <dgm:cxn modelId="{FFA89173-A131-4E80-B3E2-20BBA3E507F9}" type="presParOf" srcId="{53A91F92-3D57-43DF-B953-A2CFC60816B5}" destId="{BFB5EDFD-A3EB-4E63-B860-A6F6E6835BF4}" srcOrd="0" destOrd="0" presId="urn:microsoft.com/office/officeart/2005/8/layout/process4"/>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D53361-A6A8-4397-AF33-091E913F42BF}" type="doc">
      <dgm:prSet loTypeId="urn:microsoft.com/office/officeart/2005/8/layout/process4" loCatId="list" qsTypeId="urn:microsoft.com/office/officeart/2005/8/quickstyle/simple1" qsCatId="simple" csTypeId="urn:microsoft.com/office/officeart/2005/8/colors/accent5_5" csCatId="accent5"/>
      <dgm:spPr/>
      <dgm:t>
        <a:bodyPr/>
        <a:lstStyle/>
        <a:p>
          <a:endParaRPr lang="en-US"/>
        </a:p>
      </dgm:t>
    </dgm:pt>
    <dgm:pt modelId="{BEF8E91E-290D-4605-91F0-C4D38C04E895}">
      <dgm:prSet/>
      <dgm:spPr/>
      <dgm:t>
        <a:bodyPr/>
        <a:lstStyle/>
        <a:p>
          <a:r>
            <a:rPr lang="en-US" dirty="0"/>
            <a:t>These governorates record the </a:t>
          </a:r>
          <a:r>
            <a:rPr lang="en-US" b="1" dirty="0">
              <a:solidFill>
                <a:srgbClr val="FF0000"/>
              </a:solidFill>
            </a:rPr>
            <a:t>highest</a:t>
          </a:r>
          <a:r>
            <a:rPr lang="en-US" dirty="0"/>
            <a:t> number of injuries</a:t>
          </a:r>
        </a:p>
      </dgm:t>
    </dgm:pt>
    <dgm:pt modelId="{783BABDB-EB08-4D46-A110-0B7817B40715}" type="parTrans" cxnId="{F8248596-9B90-4144-99E9-2F1DBFE7539F}">
      <dgm:prSet/>
      <dgm:spPr/>
      <dgm:t>
        <a:bodyPr/>
        <a:lstStyle/>
        <a:p>
          <a:endParaRPr lang="en-US"/>
        </a:p>
      </dgm:t>
    </dgm:pt>
    <dgm:pt modelId="{C2C03F06-1C63-4436-BB65-9E5A09E02A35}" type="sibTrans" cxnId="{F8248596-9B90-4144-99E9-2F1DBFE7539F}">
      <dgm:prSet/>
      <dgm:spPr/>
      <dgm:t>
        <a:bodyPr/>
        <a:lstStyle/>
        <a:p>
          <a:endParaRPr lang="en-US"/>
        </a:p>
      </dgm:t>
    </dgm:pt>
    <dgm:pt modelId="{6568734B-FA29-49EF-A6CE-AA6BE4EB5395}">
      <dgm:prSet/>
      <dgm:spPr/>
      <dgm:t>
        <a:bodyPr/>
        <a:lstStyle/>
        <a:p>
          <a:r>
            <a:rPr lang="en-US"/>
            <a:t>The most of them were previously identified as having a high number of hazardous roads</a:t>
          </a:r>
        </a:p>
      </dgm:t>
    </dgm:pt>
    <dgm:pt modelId="{C0C016D0-4124-4825-981D-35DAC9BE4807}" type="parTrans" cxnId="{35F07FCB-C66D-4D18-8926-D7B60B3C1DE5}">
      <dgm:prSet/>
      <dgm:spPr/>
      <dgm:t>
        <a:bodyPr/>
        <a:lstStyle/>
        <a:p>
          <a:endParaRPr lang="en-US"/>
        </a:p>
      </dgm:t>
    </dgm:pt>
    <dgm:pt modelId="{CE663D44-3C49-4EC6-B70D-19EA2FD65822}" type="sibTrans" cxnId="{35F07FCB-C66D-4D18-8926-D7B60B3C1DE5}">
      <dgm:prSet/>
      <dgm:spPr/>
      <dgm:t>
        <a:bodyPr/>
        <a:lstStyle/>
        <a:p>
          <a:endParaRPr lang="en-US"/>
        </a:p>
      </dgm:t>
    </dgm:pt>
    <dgm:pt modelId="{5F2EBEC4-11B2-4035-A27B-A2155496A262}" type="pres">
      <dgm:prSet presAssocID="{07D53361-A6A8-4397-AF33-091E913F42BF}" presName="Name0" presStyleCnt="0">
        <dgm:presLayoutVars>
          <dgm:dir/>
          <dgm:animLvl val="lvl"/>
          <dgm:resizeHandles val="exact"/>
        </dgm:presLayoutVars>
      </dgm:prSet>
      <dgm:spPr/>
    </dgm:pt>
    <dgm:pt modelId="{5049F04E-E921-4637-B2A2-A2717ABBD087}" type="pres">
      <dgm:prSet presAssocID="{6568734B-FA29-49EF-A6CE-AA6BE4EB5395}" presName="boxAndChildren" presStyleCnt="0"/>
      <dgm:spPr/>
    </dgm:pt>
    <dgm:pt modelId="{C8139F21-CFBD-47D7-9DC3-DF34B128C6F7}" type="pres">
      <dgm:prSet presAssocID="{6568734B-FA29-49EF-A6CE-AA6BE4EB5395}" presName="parentTextBox" presStyleLbl="node1" presStyleIdx="0" presStyleCnt="2"/>
      <dgm:spPr/>
    </dgm:pt>
    <dgm:pt modelId="{066CEE35-0504-4027-892A-CE9D162A7591}" type="pres">
      <dgm:prSet presAssocID="{C2C03F06-1C63-4436-BB65-9E5A09E02A35}" presName="sp" presStyleCnt="0"/>
      <dgm:spPr/>
    </dgm:pt>
    <dgm:pt modelId="{95AEB9BB-08A0-40DC-8C6A-7DB7EB389313}" type="pres">
      <dgm:prSet presAssocID="{BEF8E91E-290D-4605-91F0-C4D38C04E895}" presName="arrowAndChildren" presStyleCnt="0"/>
      <dgm:spPr/>
    </dgm:pt>
    <dgm:pt modelId="{D14712AD-5BAC-4BDA-BF2B-0C3684527B6F}" type="pres">
      <dgm:prSet presAssocID="{BEF8E91E-290D-4605-91F0-C4D38C04E895}" presName="parentTextArrow" presStyleLbl="node1" presStyleIdx="1" presStyleCnt="2"/>
      <dgm:spPr/>
    </dgm:pt>
  </dgm:ptLst>
  <dgm:cxnLst>
    <dgm:cxn modelId="{8261D40C-94CB-4165-ABDA-9CCAF9E7E38E}" type="presOf" srcId="{07D53361-A6A8-4397-AF33-091E913F42BF}" destId="{5F2EBEC4-11B2-4035-A27B-A2155496A262}" srcOrd="0" destOrd="0" presId="urn:microsoft.com/office/officeart/2005/8/layout/process4"/>
    <dgm:cxn modelId="{F8248596-9B90-4144-99E9-2F1DBFE7539F}" srcId="{07D53361-A6A8-4397-AF33-091E913F42BF}" destId="{BEF8E91E-290D-4605-91F0-C4D38C04E895}" srcOrd="0" destOrd="0" parTransId="{783BABDB-EB08-4D46-A110-0B7817B40715}" sibTransId="{C2C03F06-1C63-4436-BB65-9E5A09E02A35}"/>
    <dgm:cxn modelId="{388BF5AC-6393-4F24-B87C-245060BCA71E}" type="presOf" srcId="{BEF8E91E-290D-4605-91F0-C4D38C04E895}" destId="{D14712AD-5BAC-4BDA-BF2B-0C3684527B6F}" srcOrd="0" destOrd="0" presId="urn:microsoft.com/office/officeart/2005/8/layout/process4"/>
    <dgm:cxn modelId="{35F07FCB-C66D-4D18-8926-D7B60B3C1DE5}" srcId="{07D53361-A6A8-4397-AF33-091E913F42BF}" destId="{6568734B-FA29-49EF-A6CE-AA6BE4EB5395}" srcOrd="1" destOrd="0" parTransId="{C0C016D0-4124-4825-981D-35DAC9BE4807}" sibTransId="{CE663D44-3C49-4EC6-B70D-19EA2FD65822}"/>
    <dgm:cxn modelId="{F29579F4-2A86-4621-9111-58974429858E}" type="presOf" srcId="{6568734B-FA29-49EF-A6CE-AA6BE4EB5395}" destId="{C8139F21-CFBD-47D7-9DC3-DF34B128C6F7}" srcOrd="0" destOrd="0" presId="urn:microsoft.com/office/officeart/2005/8/layout/process4"/>
    <dgm:cxn modelId="{65F1CEA1-5947-471E-9893-A62BE6754668}" type="presParOf" srcId="{5F2EBEC4-11B2-4035-A27B-A2155496A262}" destId="{5049F04E-E921-4637-B2A2-A2717ABBD087}" srcOrd="0" destOrd="0" presId="urn:microsoft.com/office/officeart/2005/8/layout/process4"/>
    <dgm:cxn modelId="{F238FA3C-CF31-4C7B-8A00-F1165B910E01}" type="presParOf" srcId="{5049F04E-E921-4637-B2A2-A2717ABBD087}" destId="{C8139F21-CFBD-47D7-9DC3-DF34B128C6F7}" srcOrd="0" destOrd="0" presId="urn:microsoft.com/office/officeart/2005/8/layout/process4"/>
    <dgm:cxn modelId="{B9717AED-41DB-4A0F-BC30-0B380BD012C5}" type="presParOf" srcId="{5F2EBEC4-11B2-4035-A27B-A2155496A262}" destId="{066CEE35-0504-4027-892A-CE9D162A7591}" srcOrd="1" destOrd="0" presId="urn:microsoft.com/office/officeart/2005/8/layout/process4"/>
    <dgm:cxn modelId="{673AD777-626B-4C82-BEDC-002FB8960EB0}" type="presParOf" srcId="{5F2EBEC4-11B2-4035-A27B-A2155496A262}" destId="{95AEB9BB-08A0-40DC-8C6A-7DB7EB389313}" srcOrd="2" destOrd="0" presId="urn:microsoft.com/office/officeart/2005/8/layout/process4"/>
    <dgm:cxn modelId="{B578C94E-4D01-4358-BD8A-D6AEED89CB53}" type="presParOf" srcId="{95AEB9BB-08A0-40DC-8C6A-7DB7EB389313}" destId="{D14712AD-5BAC-4BDA-BF2B-0C3684527B6F}"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7E5A27F-74F5-4E2A-9A5B-7A73A238189C}" type="doc">
      <dgm:prSet loTypeId="urn:microsoft.com/office/officeart/2005/8/layout/process4" loCatId="list" qsTypeId="urn:microsoft.com/office/officeart/2005/8/quickstyle/simple1" qsCatId="simple" csTypeId="urn:microsoft.com/office/officeart/2005/8/colors/accent5_5" csCatId="accent5" phldr="1"/>
      <dgm:spPr/>
      <dgm:t>
        <a:bodyPr/>
        <a:lstStyle/>
        <a:p>
          <a:endParaRPr lang="en-US"/>
        </a:p>
      </dgm:t>
    </dgm:pt>
    <dgm:pt modelId="{B243D2B3-2079-4703-AEB3-A4239AA14645}">
      <dgm:prSet/>
      <dgm:spPr/>
      <dgm:t>
        <a:bodyPr/>
        <a:lstStyle/>
        <a:p>
          <a:r>
            <a:rPr lang="en-US" dirty="0"/>
            <a:t>Increase ambulance coverage and improve distribution in high-injury areas to ensure faster response and better emergency care</a:t>
          </a:r>
        </a:p>
      </dgm:t>
    </dgm:pt>
    <dgm:pt modelId="{2AC35562-AC7F-4D0E-A9EF-9F9474BB0295}" type="parTrans" cxnId="{D8FCB2FF-DA8F-4ADC-B6FF-E015B779816F}">
      <dgm:prSet/>
      <dgm:spPr/>
      <dgm:t>
        <a:bodyPr/>
        <a:lstStyle/>
        <a:p>
          <a:endParaRPr lang="en-US"/>
        </a:p>
      </dgm:t>
    </dgm:pt>
    <dgm:pt modelId="{07729D02-3AF9-4308-A57A-A741B8E2338E}" type="sibTrans" cxnId="{D8FCB2FF-DA8F-4ADC-B6FF-E015B779816F}">
      <dgm:prSet/>
      <dgm:spPr/>
      <dgm:t>
        <a:bodyPr/>
        <a:lstStyle/>
        <a:p>
          <a:endParaRPr lang="en-US"/>
        </a:p>
      </dgm:t>
    </dgm:pt>
    <dgm:pt modelId="{C2AB1CD2-0D53-487E-920A-506AD30D672D}">
      <dgm:prSet custT="1"/>
      <dgm:spPr/>
      <dgm:t>
        <a:bodyPr/>
        <a:lstStyle/>
        <a:p>
          <a:r>
            <a:rPr lang="en-US" sz="2300" dirty="0"/>
            <a:t>Governorates with the </a:t>
          </a:r>
          <a:r>
            <a:rPr lang="en-US" sz="2300" b="1" dirty="0">
              <a:solidFill>
                <a:srgbClr val="FF0000"/>
              </a:solidFill>
            </a:rPr>
            <a:t>highest</a:t>
          </a:r>
          <a:r>
            <a:rPr lang="en-US" sz="2300" dirty="0"/>
            <a:t> number of dangerous roads have the </a:t>
          </a:r>
          <a:r>
            <a:rPr lang="en-US" sz="2300" b="1" dirty="0">
              <a:solidFill>
                <a:srgbClr val="FF0000"/>
              </a:solidFill>
            </a:rPr>
            <a:t>lowest</a:t>
          </a:r>
          <a:r>
            <a:rPr lang="en-US" sz="2300" dirty="0"/>
            <a:t> rate of ambulance centers per 100,000 people</a:t>
          </a:r>
          <a:r>
            <a:rPr lang="en-US" sz="2500" dirty="0"/>
            <a:t>.</a:t>
          </a:r>
        </a:p>
      </dgm:t>
    </dgm:pt>
    <dgm:pt modelId="{29A91659-8581-4C00-AE1F-4E3CC7C5C43C}" type="parTrans" cxnId="{C009FD26-BDAE-49A2-AFAF-5562CCAC65BF}">
      <dgm:prSet/>
      <dgm:spPr/>
      <dgm:t>
        <a:bodyPr/>
        <a:lstStyle/>
        <a:p>
          <a:endParaRPr lang="en-US"/>
        </a:p>
      </dgm:t>
    </dgm:pt>
    <dgm:pt modelId="{2BE030DD-85B4-4959-9AE6-F5E3259FEE7D}" type="sibTrans" cxnId="{C009FD26-BDAE-49A2-AFAF-5562CCAC65BF}">
      <dgm:prSet/>
      <dgm:spPr/>
      <dgm:t>
        <a:bodyPr/>
        <a:lstStyle/>
        <a:p>
          <a:endParaRPr lang="en-US"/>
        </a:p>
      </dgm:t>
    </dgm:pt>
    <dgm:pt modelId="{B791C5F8-2EE9-4D5F-96B3-6C9F14E1889A}" type="pres">
      <dgm:prSet presAssocID="{B7E5A27F-74F5-4E2A-9A5B-7A73A238189C}" presName="Name0" presStyleCnt="0">
        <dgm:presLayoutVars>
          <dgm:dir/>
          <dgm:animLvl val="lvl"/>
          <dgm:resizeHandles val="exact"/>
        </dgm:presLayoutVars>
      </dgm:prSet>
      <dgm:spPr/>
    </dgm:pt>
    <dgm:pt modelId="{54B7A551-FCB0-48DF-8FC1-053491E4695E}" type="pres">
      <dgm:prSet presAssocID="{B243D2B3-2079-4703-AEB3-A4239AA14645}" presName="boxAndChildren" presStyleCnt="0"/>
      <dgm:spPr/>
    </dgm:pt>
    <dgm:pt modelId="{37FC619E-B228-42AA-98F7-B1740559A58B}" type="pres">
      <dgm:prSet presAssocID="{B243D2B3-2079-4703-AEB3-A4239AA14645}" presName="parentTextBox" presStyleLbl="node1" presStyleIdx="0" presStyleCnt="2"/>
      <dgm:spPr/>
    </dgm:pt>
    <dgm:pt modelId="{B9C75BC2-F008-4FD2-89AA-01444FD16C26}" type="pres">
      <dgm:prSet presAssocID="{2BE030DD-85B4-4959-9AE6-F5E3259FEE7D}" presName="sp" presStyleCnt="0"/>
      <dgm:spPr/>
    </dgm:pt>
    <dgm:pt modelId="{5429D956-449D-47DC-93F3-D59492FEAD15}" type="pres">
      <dgm:prSet presAssocID="{C2AB1CD2-0D53-487E-920A-506AD30D672D}" presName="arrowAndChildren" presStyleCnt="0"/>
      <dgm:spPr/>
    </dgm:pt>
    <dgm:pt modelId="{303467C4-C122-420B-9FA1-57D78C4FC002}" type="pres">
      <dgm:prSet presAssocID="{C2AB1CD2-0D53-487E-920A-506AD30D672D}" presName="parentTextArrow" presStyleLbl="node1" presStyleIdx="1" presStyleCnt="2"/>
      <dgm:spPr/>
    </dgm:pt>
  </dgm:ptLst>
  <dgm:cxnLst>
    <dgm:cxn modelId="{D53DA60C-F8CB-46BD-8E81-078B5F1FBF6A}" type="presOf" srcId="{C2AB1CD2-0D53-487E-920A-506AD30D672D}" destId="{303467C4-C122-420B-9FA1-57D78C4FC002}" srcOrd="0" destOrd="0" presId="urn:microsoft.com/office/officeart/2005/8/layout/process4"/>
    <dgm:cxn modelId="{C009FD26-BDAE-49A2-AFAF-5562CCAC65BF}" srcId="{B7E5A27F-74F5-4E2A-9A5B-7A73A238189C}" destId="{C2AB1CD2-0D53-487E-920A-506AD30D672D}" srcOrd="0" destOrd="0" parTransId="{29A91659-8581-4C00-AE1F-4E3CC7C5C43C}" sibTransId="{2BE030DD-85B4-4959-9AE6-F5E3259FEE7D}"/>
    <dgm:cxn modelId="{8420AF47-1288-412F-9738-083696FDA4A3}" type="presOf" srcId="{B7E5A27F-74F5-4E2A-9A5B-7A73A238189C}" destId="{B791C5F8-2EE9-4D5F-96B3-6C9F14E1889A}" srcOrd="0" destOrd="0" presId="urn:microsoft.com/office/officeart/2005/8/layout/process4"/>
    <dgm:cxn modelId="{B8F6E659-F784-47B2-96B0-E2428D7950A7}" type="presOf" srcId="{B243D2B3-2079-4703-AEB3-A4239AA14645}" destId="{37FC619E-B228-42AA-98F7-B1740559A58B}" srcOrd="0" destOrd="0" presId="urn:microsoft.com/office/officeart/2005/8/layout/process4"/>
    <dgm:cxn modelId="{D8FCB2FF-DA8F-4ADC-B6FF-E015B779816F}" srcId="{B7E5A27F-74F5-4E2A-9A5B-7A73A238189C}" destId="{B243D2B3-2079-4703-AEB3-A4239AA14645}" srcOrd="1" destOrd="0" parTransId="{2AC35562-AC7F-4D0E-A9EF-9F9474BB0295}" sibTransId="{07729D02-3AF9-4308-A57A-A741B8E2338E}"/>
    <dgm:cxn modelId="{1B7E4D4D-AFBB-43DE-991E-C1ED116F5799}" type="presParOf" srcId="{B791C5F8-2EE9-4D5F-96B3-6C9F14E1889A}" destId="{54B7A551-FCB0-48DF-8FC1-053491E4695E}" srcOrd="0" destOrd="0" presId="urn:microsoft.com/office/officeart/2005/8/layout/process4"/>
    <dgm:cxn modelId="{F0F430A4-0466-4401-9404-EDB7901E9513}" type="presParOf" srcId="{54B7A551-FCB0-48DF-8FC1-053491E4695E}" destId="{37FC619E-B228-42AA-98F7-B1740559A58B}" srcOrd="0" destOrd="0" presId="urn:microsoft.com/office/officeart/2005/8/layout/process4"/>
    <dgm:cxn modelId="{0EE5BD7A-569D-42F0-97EC-36391A72BB2A}" type="presParOf" srcId="{B791C5F8-2EE9-4D5F-96B3-6C9F14E1889A}" destId="{B9C75BC2-F008-4FD2-89AA-01444FD16C26}" srcOrd="1" destOrd="0" presId="urn:microsoft.com/office/officeart/2005/8/layout/process4"/>
    <dgm:cxn modelId="{AF78A636-5790-4DE4-902D-7DABEFA5F1B5}" type="presParOf" srcId="{B791C5F8-2EE9-4D5F-96B3-6C9F14E1889A}" destId="{5429D956-449D-47DC-93F3-D59492FEAD15}" srcOrd="2" destOrd="0" presId="urn:microsoft.com/office/officeart/2005/8/layout/process4"/>
    <dgm:cxn modelId="{4068E710-09E3-4209-B222-F337823B5F99}" type="presParOf" srcId="{5429D956-449D-47DC-93F3-D59492FEAD15}" destId="{303467C4-C122-420B-9FA1-57D78C4FC002}"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4C8CAF-EDBD-4FEC-9096-1EF72257006C}">
      <dsp:nvSpPr>
        <dsp:cNvPr id="0" name=""/>
        <dsp:cNvSpPr/>
      </dsp:nvSpPr>
      <dsp:spPr>
        <a:xfrm>
          <a:off x="1385" y="971266"/>
          <a:ext cx="2249356" cy="1789304"/>
        </a:xfrm>
        <a:prstGeom prst="roundRect">
          <a:avLst>
            <a:gd name="adj" fmla="val 10000"/>
          </a:avLst>
        </a:prstGeom>
        <a:solidFill>
          <a:schemeClr val="accent6">
            <a:shade val="8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Maryam Gamal</a:t>
          </a:r>
        </a:p>
      </dsp:txBody>
      <dsp:txXfrm>
        <a:off x="53792" y="1023673"/>
        <a:ext cx="2144542" cy="1684490"/>
      </dsp:txXfrm>
    </dsp:sp>
    <dsp:sp modelId="{EEE8E0A2-6204-4617-B347-7CCECF9E282C}">
      <dsp:nvSpPr>
        <dsp:cNvPr id="0" name=""/>
        <dsp:cNvSpPr/>
      </dsp:nvSpPr>
      <dsp:spPr>
        <a:xfrm rot="21580694">
          <a:off x="2443134" y="1615445"/>
          <a:ext cx="407885" cy="483862"/>
        </a:xfrm>
        <a:prstGeom prst="rightArrow">
          <a:avLst>
            <a:gd name="adj1" fmla="val 60000"/>
            <a:gd name="adj2" fmla="val 50000"/>
          </a:avLst>
        </a:prstGeom>
        <a:solidFill>
          <a:schemeClr val="accent6">
            <a:shade val="90000"/>
            <a:hueOff val="0"/>
            <a:satOff val="0"/>
            <a:lumOff val="0"/>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443135" y="1712561"/>
        <a:ext cx="285520" cy="290318"/>
      </dsp:txXfrm>
    </dsp:sp>
    <dsp:sp modelId="{1FA95034-8406-490D-9571-FC503183430E}">
      <dsp:nvSpPr>
        <dsp:cNvPr id="0" name=""/>
        <dsp:cNvSpPr/>
      </dsp:nvSpPr>
      <dsp:spPr>
        <a:xfrm>
          <a:off x="3020325" y="950013"/>
          <a:ext cx="2327457" cy="1797463"/>
        </a:xfrm>
        <a:prstGeom prst="roundRect">
          <a:avLst>
            <a:gd name="adj" fmla="val 10000"/>
          </a:avLst>
        </a:prstGeom>
        <a:solidFill>
          <a:schemeClr val="accent6">
            <a:shade val="80000"/>
            <a:hueOff val="77081"/>
            <a:satOff val="-1627"/>
            <a:lumOff val="8687"/>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Youssef Hossam</a:t>
          </a:r>
        </a:p>
      </dsp:txBody>
      <dsp:txXfrm>
        <a:off x="3072971" y="1002659"/>
        <a:ext cx="2222165" cy="1692171"/>
      </dsp:txXfrm>
    </dsp:sp>
    <dsp:sp modelId="{84AB3D32-CD7D-4701-AE4C-F506E70A6E06}">
      <dsp:nvSpPr>
        <dsp:cNvPr id="0" name=""/>
        <dsp:cNvSpPr/>
      </dsp:nvSpPr>
      <dsp:spPr>
        <a:xfrm rot="19211">
          <a:off x="5545595" y="1615594"/>
          <a:ext cx="419376" cy="483862"/>
        </a:xfrm>
        <a:prstGeom prst="rightArrow">
          <a:avLst>
            <a:gd name="adj1" fmla="val 60000"/>
            <a:gd name="adj2" fmla="val 50000"/>
          </a:avLst>
        </a:prstGeom>
        <a:solidFill>
          <a:schemeClr val="accent6">
            <a:shade val="90000"/>
            <a:hueOff val="115581"/>
            <a:satOff val="-2313"/>
            <a:lumOff val="11704"/>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545596" y="1712014"/>
        <a:ext cx="293563" cy="290318"/>
      </dsp:txXfrm>
    </dsp:sp>
    <dsp:sp modelId="{6F3DDF82-1567-4C0B-BB78-C3FAAA57C283}">
      <dsp:nvSpPr>
        <dsp:cNvPr id="0" name=""/>
        <dsp:cNvSpPr/>
      </dsp:nvSpPr>
      <dsp:spPr>
        <a:xfrm>
          <a:off x="6139046" y="980625"/>
          <a:ext cx="2236030" cy="1770586"/>
        </a:xfrm>
        <a:prstGeom prst="roundRect">
          <a:avLst>
            <a:gd name="adj" fmla="val 10000"/>
          </a:avLst>
        </a:prstGeom>
        <a:solidFill>
          <a:schemeClr val="accent6">
            <a:shade val="80000"/>
            <a:hueOff val="154163"/>
            <a:satOff val="-3255"/>
            <a:lumOff val="1737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err="1"/>
            <a:t>Rahma</a:t>
          </a:r>
          <a:r>
            <a:rPr lang="en-US" sz="3300" kern="1200" dirty="0"/>
            <a:t> Atia </a:t>
          </a:r>
        </a:p>
      </dsp:txBody>
      <dsp:txXfrm>
        <a:off x="6190905" y="1032484"/>
        <a:ext cx="2132312" cy="1666868"/>
      </dsp:txXfrm>
    </dsp:sp>
    <dsp:sp modelId="{AD2AA12B-31FA-40F6-94AA-D7A25EFDAA9F}">
      <dsp:nvSpPr>
        <dsp:cNvPr id="0" name=""/>
        <dsp:cNvSpPr/>
      </dsp:nvSpPr>
      <dsp:spPr>
        <a:xfrm>
          <a:off x="8570182" y="1623987"/>
          <a:ext cx="413624" cy="483862"/>
        </a:xfrm>
        <a:prstGeom prst="rightArrow">
          <a:avLst>
            <a:gd name="adj1" fmla="val 60000"/>
            <a:gd name="adj2" fmla="val 50000"/>
          </a:avLst>
        </a:prstGeom>
        <a:solidFill>
          <a:schemeClr val="accent6">
            <a:shade val="90000"/>
            <a:hueOff val="231161"/>
            <a:satOff val="-4626"/>
            <a:lumOff val="23409"/>
            <a:alphaOff val="0"/>
          </a:schemeClr>
        </a:solidFill>
        <a:ln>
          <a:noFill/>
        </a:ln>
        <a:effectLst/>
        <a:scene3d>
          <a:camera prst="orthographicFront"/>
          <a:lightRig rig="chilly" dir="t"/>
        </a:scene3d>
        <a:sp3d z="-70000" extrusionH="1700" prstMaterial="translucentPowder">
          <a:bevelT w="25400" h="6350" prst="softRound"/>
          <a:bevelB w="0" h="0" prst="convex"/>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8570182" y="1720759"/>
        <a:ext cx="289537" cy="290318"/>
      </dsp:txXfrm>
    </dsp:sp>
    <dsp:sp modelId="{B56CE454-80A6-4B94-9751-9E439896C186}">
      <dsp:nvSpPr>
        <dsp:cNvPr id="0" name=""/>
        <dsp:cNvSpPr/>
      </dsp:nvSpPr>
      <dsp:spPr>
        <a:xfrm>
          <a:off x="9155500" y="937148"/>
          <a:ext cx="2082970" cy="1857540"/>
        </a:xfrm>
        <a:prstGeom prst="roundRect">
          <a:avLst>
            <a:gd name="adj" fmla="val 10000"/>
          </a:avLst>
        </a:prstGeom>
        <a:solidFill>
          <a:schemeClr val="accent6">
            <a:shade val="80000"/>
            <a:hueOff val="231244"/>
            <a:satOff val="-4882"/>
            <a:lumOff val="2606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err="1"/>
            <a:t>Feras</a:t>
          </a:r>
          <a:r>
            <a:rPr lang="en-US" sz="3200" kern="1200" dirty="0"/>
            <a:t> </a:t>
          </a:r>
          <a:r>
            <a:rPr lang="en-US" sz="3200" kern="1200" dirty="0" err="1"/>
            <a:t>Khlil</a:t>
          </a:r>
          <a:endParaRPr lang="en-US" sz="3200" kern="1200" dirty="0"/>
        </a:p>
      </dsp:txBody>
      <dsp:txXfrm>
        <a:off x="9209905" y="991553"/>
        <a:ext cx="1974160" cy="17487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17636"/>
          <a:ext cx="10777309" cy="815490"/>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Collected, cleaned, and analyzed infected dashboard data.</a:t>
          </a:r>
        </a:p>
      </dsp:txBody>
      <dsp:txXfrm>
        <a:off x="39809" y="457445"/>
        <a:ext cx="10697691" cy="735872"/>
      </dsp:txXfrm>
    </dsp:sp>
    <dsp:sp modelId="{6CA7E6AB-B90D-46B7-98AE-993E29C5D3F4}">
      <dsp:nvSpPr>
        <dsp:cNvPr id="0" name=""/>
        <dsp:cNvSpPr/>
      </dsp:nvSpPr>
      <dsp:spPr>
        <a:xfrm>
          <a:off x="0" y="1450063"/>
          <a:ext cx="10777309" cy="815490"/>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Defined key performance indicators (KPIs).</a:t>
          </a:r>
        </a:p>
      </dsp:txBody>
      <dsp:txXfrm>
        <a:off x="39809" y="1489872"/>
        <a:ext cx="10697691" cy="735872"/>
      </dsp:txXfrm>
    </dsp:sp>
    <dsp:sp modelId="{FF745D6F-C6E4-4A9A-BB63-C6EC8E2BF95B}">
      <dsp:nvSpPr>
        <dsp:cNvPr id="0" name=""/>
        <dsp:cNvSpPr/>
      </dsp:nvSpPr>
      <dsp:spPr>
        <a:xfrm>
          <a:off x="0" y="2527574"/>
          <a:ext cx="10777309" cy="815490"/>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Created visuals and developed the dashboard.</a:t>
          </a:r>
        </a:p>
      </dsp:txBody>
      <dsp:txXfrm>
        <a:off x="39809" y="2567383"/>
        <a:ext cx="10697691" cy="735872"/>
      </dsp:txXfrm>
    </dsp:sp>
    <dsp:sp modelId="{8F6099DD-4BB5-408F-9796-C6B959F9E179}">
      <dsp:nvSpPr>
        <dsp:cNvPr id="0" name=""/>
        <dsp:cNvSpPr/>
      </dsp:nvSpPr>
      <dsp:spPr>
        <a:xfrm>
          <a:off x="0" y="3542382"/>
          <a:ext cx="10777309" cy="81549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t>Prepared and delivered the presentation.</a:t>
          </a:r>
        </a:p>
      </dsp:txBody>
      <dsp:txXfrm>
        <a:off x="39809" y="3582191"/>
        <a:ext cx="10697691" cy="7358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31007"/>
          <a:ext cx="10777309" cy="881632"/>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Defined key performance indicators (KPIs).</a:t>
          </a:r>
          <a:endParaRPr lang="en-US" sz="3300" kern="1200" dirty="0"/>
        </a:p>
      </dsp:txBody>
      <dsp:txXfrm>
        <a:off x="43038" y="474045"/>
        <a:ext cx="10691233" cy="795556"/>
      </dsp:txXfrm>
    </dsp:sp>
    <dsp:sp modelId="{C4C2098A-6A83-4B31-B6FD-D0044C205600}">
      <dsp:nvSpPr>
        <dsp:cNvPr id="0" name=""/>
        <dsp:cNvSpPr/>
      </dsp:nvSpPr>
      <dsp:spPr>
        <a:xfrm>
          <a:off x="0" y="1499840"/>
          <a:ext cx="10777309" cy="813820"/>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Created visuals and designed the interactive dashboard.</a:t>
          </a:r>
          <a:endParaRPr lang="en-US" sz="3300" kern="1200" dirty="0"/>
        </a:p>
      </dsp:txBody>
      <dsp:txXfrm>
        <a:off x="39727" y="1539567"/>
        <a:ext cx="10697855" cy="734366"/>
      </dsp:txXfrm>
    </dsp:sp>
    <dsp:sp modelId="{7EDE4615-01DA-4D99-9D7D-F4DD710B0B19}">
      <dsp:nvSpPr>
        <dsp:cNvPr id="0" name=""/>
        <dsp:cNvSpPr/>
      </dsp:nvSpPr>
      <dsp:spPr>
        <a:xfrm>
          <a:off x="0" y="2500860"/>
          <a:ext cx="10777309" cy="813820"/>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i="0" kern="1200" baseline="0" dirty="0"/>
            <a:t>Collected, cleaned, and analyzed death dashboard data.</a:t>
          </a:r>
          <a:endParaRPr lang="en-US" sz="3300" kern="1200" dirty="0"/>
        </a:p>
      </dsp:txBody>
      <dsp:txXfrm>
        <a:off x="39727" y="2540587"/>
        <a:ext cx="10697855" cy="7343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275004"/>
          <a:ext cx="10777309" cy="813816"/>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Collected, cleaned, and analyzed government dashboard data.</a:t>
          </a:r>
        </a:p>
      </dsp:txBody>
      <dsp:txXfrm>
        <a:off x="39727" y="314731"/>
        <a:ext cx="10697855" cy="734362"/>
      </dsp:txXfrm>
    </dsp:sp>
    <dsp:sp modelId="{D24EECDA-D125-468E-9A3A-0B79AFF07885}">
      <dsp:nvSpPr>
        <dsp:cNvPr id="0" name=""/>
        <dsp:cNvSpPr/>
      </dsp:nvSpPr>
      <dsp:spPr>
        <a:xfrm>
          <a:off x="0" y="1282754"/>
          <a:ext cx="10777309" cy="813816"/>
        </a:xfrm>
        <a:prstGeom prst="roundRect">
          <a:avLst/>
        </a:prstGeom>
        <a:solidFill>
          <a:schemeClr val="accent5">
            <a:shade val="80000"/>
            <a:hueOff val="63060"/>
            <a:satOff val="1061"/>
            <a:lumOff val="7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Defined key performance indicators (KPIs).</a:t>
          </a:r>
        </a:p>
      </dsp:txBody>
      <dsp:txXfrm>
        <a:off x="39727" y="1322481"/>
        <a:ext cx="10697855" cy="734362"/>
      </dsp:txXfrm>
    </dsp:sp>
    <dsp:sp modelId="{45411635-B11A-4663-8907-1B256E65FC0C}">
      <dsp:nvSpPr>
        <dsp:cNvPr id="0" name=""/>
        <dsp:cNvSpPr/>
      </dsp:nvSpPr>
      <dsp:spPr>
        <a:xfrm>
          <a:off x="0" y="2369107"/>
          <a:ext cx="10777309" cy="813816"/>
        </a:xfrm>
        <a:prstGeom prst="roundRect">
          <a:avLst/>
        </a:prstGeom>
        <a:solidFill>
          <a:schemeClr val="accent5">
            <a:shade val="80000"/>
            <a:hueOff val="126121"/>
            <a:satOff val="2123"/>
            <a:lumOff val="151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Created visuals and developed the dashboard.</a:t>
          </a:r>
        </a:p>
      </dsp:txBody>
      <dsp:txXfrm>
        <a:off x="39727" y="2408834"/>
        <a:ext cx="10697855" cy="734362"/>
      </dsp:txXfrm>
    </dsp:sp>
    <dsp:sp modelId="{63CCAEFA-0032-4459-B8CA-675E9C3DC285}">
      <dsp:nvSpPr>
        <dsp:cNvPr id="0" name=""/>
        <dsp:cNvSpPr/>
      </dsp:nvSpPr>
      <dsp:spPr>
        <a:xfrm>
          <a:off x="0" y="3431350"/>
          <a:ext cx="10777309" cy="813816"/>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Prepared and delivered the presentation.</a:t>
          </a:r>
        </a:p>
      </dsp:txBody>
      <dsp:txXfrm>
        <a:off x="39727" y="3471077"/>
        <a:ext cx="10697855" cy="7343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8156B3-2CC1-49A3-BA2B-1C6FCB4BB754}">
      <dsp:nvSpPr>
        <dsp:cNvPr id="0" name=""/>
        <dsp:cNvSpPr/>
      </dsp:nvSpPr>
      <dsp:spPr>
        <a:xfrm>
          <a:off x="0" y="464312"/>
          <a:ext cx="10777309" cy="813817"/>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Collected, cleaned, and analyzed ambulance dashboard data.</a:t>
          </a:r>
        </a:p>
      </dsp:txBody>
      <dsp:txXfrm>
        <a:off x="39727" y="504039"/>
        <a:ext cx="10697855" cy="734363"/>
      </dsp:txXfrm>
    </dsp:sp>
    <dsp:sp modelId="{FF07CB43-713E-41D4-B936-6238715A1093}">
      <dsp:nvSpPr>
        <dsp:cNvPr id="0" name=""/>
        <dsp:cNvSpPr/>
      </dsp:nvSpPr>
      <dsp:spPr>
        <a:xfrm>
          <a:off x="0" y="1465935"/>
          <a:ext cx="10777309" cy="813817"/>
        </a:xfrm>
        <a:prstGeom prst="roundRect">
          <a:avLst/>
        </a:prstGeom>
        <a:solidFill>
          <a:schemeClr val="accent5">
            <a:shade val="80000"/>
            <a:hueOff val="94590"/>
            <a:satOff val="1592"/>
            <a:lumOff val="113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Defined key performance indicators (KPIs).</a:t>
          </a:r>
        </a:p>
      </dsp:txBody>
      <dsp:txXfrm>
        <a:off x="39727" y="1505662"/>
        <a:ext cx="10697855" cy="734363"/>
      </dsp:txXfrm>
    </dsp:sp>
    <dsp:sp modelId="{A4D819D2-87E6-4607-9502-B1469A75DB35}">
      <dsp:nvSpPr>
        <dsp:cNvPr id="0" name=""/>
        <dsp:cNvSpPr/>
      </dsp:nvSpPr>
      <dsp:spPr>
        <a:xfrm>
          <a:off x="0" y="2427800"/>
          <a:ext cx="10777309" cy="813817"/>
        </a:xfrm>
        <a:prstGeom prst="roundRect">
          <a:avLst/>
        </a:prstGeom>
        <a:solidFill>
          <a:schemeClr val="accent5">
            <a:shade val="80000"/>
            <a:hueOff val="189181"/>
            <a:satOff val="3184"/>
            <a:lumOff val="226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Created visuals and designed the interactive dashboard.</a:t>
          </a:r>
        </a:p>
      </dsp:txBody>
      <dsp:txXfrm>
        <a:off x="39727" y="2467527"/>
        <a:ext cx="10697855" cy="73436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F8E09F-8EE3-4806-A243-ED61E25608E8}">
      <dsp:nvSpPr>
        <dsp:cNvPr id="0" name=""/>
        <dsp:cNvSpPr/>
      </dsp:nvSpPr>
      <dsp:spPr>
        <a:xfrm>
          <a:off x="0" y="4020231"/>
          <a:ext cx="4039043" cy="124621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0" tIns="320040" rIns="320040" bIns="320040" numCol="1" spcCol="1270" anchor="ctr" anchorCtr="0">
          <a:noAutofit/>
        </a:bodyPr>
        <a:lstStyle/>
        <a:p>
          <a:pPr marL="0" lvl="0" indent="0" algn="ctr" defTabSz="2000250">
            <a:lnSpc>
              <a:spcPct val="90000"/>
            </a:lnSpc>
            <a:spcBef>
              <a:spcPct val="0"/>
            </a:spcBef>
            <a:spcAft>
              <a:spcPct val="35000"/>
            </a:spcAft>
            <a:buNone/>
          </a:pPr>
          <a:endParaRPr lang="ar-EG" sz="4500" kern="1200" dirty="0"/>
        </a:p>
      </dsp:txBody>
      <dsp:txXfrm>
        <a:off x="0" y="4020231"/>
        <a:ext cx="4039043" cy="1246219"/>
      </dsp:txXfrm>
    </dsp:sp>
    <dsp:sp modelId="{9ED56FEB-888C-4230-83DD-7C68A7C94256}">
      <dsp:nvSpPr>
        <dsp:cNvPr id="0" name=""/>
        <dsp:cNvSpPr/>
      </dsp:nvSpPr>
      <dsp:spPr>
        <a:xfrm rot="10800000">
          <a:off x="0" y="2074022"/>
          <a:ext cx="4039043" cy="1961350"/>
        </a:xfrm>
        <a:prstGeom prst="upArrowCallout">
          <a:avLst/>
        </a:prstGeom>
        <a:solidFill>
          <a:schemeClr val="accent5">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high rate of injuries within this age group can be attributed to the nature of adolescence and increased physical activities</a:t>
          </a:r>
          <a:endParaRPr lang="ar-EG" sz="2000" kern="1200" dirty="0"/>
        </a:p>
      </dsp:txBody>
      <dsp:txXfrm rot="10800000">
        <a:off x="0" y="2074022"/>
        <a:ext cx="4039043" cy="1274426"/>
      </dsp:txXfrm>
    </dsp:sp>
    <dsp:sp modelId="{7E046189-0528-45AD-9862-9E9896C35541}">
      <dsp:nvSpPr>
        <dsp:cNvPr id="0" name=""/>
        <dsp:cNvSpPr/>
      </dsp:nvSpPr>
      <dsp:spPr>
        <a:xfrm rot="10800000">
          <a:off x="0" y="0"/>
          <a:ext cx="4039043" cy="2088714"/>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highest number of injuries over the past five years was recorded among individuals </a:t>
          </a:r>
          <a:r>
            <a:rPr lang="en-US" sz="2300" b="1" kern="1200" dirty="0">
              <a:solidFill>
                <a:srgbClr val="FF0000"/>
              </a:solidFill>
            </a:rPr>
            <a:t>aged 15 to 25 </a:t>
          </a:r>
        </a:p>
      </dsp:txBody>
      <dsp:txXfrm rot="10800000">
        <a:off x="0" y="0"/>
        <a:ext cx="4039043" cy="13571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F9749F-82B9-42DD-81D3-467254BD8503}">
      <dsp:nvSpPr>
        <dsp:cNvPr id="0" name=""/>
        <dsp:cNvSpPr/>
      </dsp:nvSpPr>
      <dsp:spPr>
        <a:xfrm>
          <a:off x="0" y="1776627"/>
          <a:ext cx="4557932" cy="2747525"/>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 rise in accidents during October may be attributed to the start of the academic year and the growing number of private universities located far from residential areas, leading to increased traffic congestion due to student commuting</a:t>
          </a:r>
        </a:p>
      </dsp:txBody>
      <dsp:txXfrm>
        <a:off x="0" y="1776627"/>
        <a:ext cx="4557932" cy="2747525"/>
      </dsp:txXfrm>
    </dsp:sp>
    <dsp:sp modelId="{BF840466-3AB0-45F9-AA14-D8A9BB5EC7A3}">
      <dsp:nvSpPr>
        <dsp:cNvPr id="0" name=""/>
        <dsp:cNvSpPr/>
      </dsp:nvSpPr>
      <dsp:spPr>
        <a:xfrm rot="10800000">
          <a:off x="0" y="162"/>
          <a:ext cx="4557932" cy="1793961"/>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b="1" kern="1200" dirty="0">
              <a:solidFill>
                <a:srgbClr val="FF0000"/>
              </a:solidFill>
            </a:rPr>
            <a:t>October</a:t>
          </a:r>
          <a:r>
            <a:rPr lang="en-US" sz="2300" kern="1200" dirty="0"/>
            <a:t> recorded the highest rate of accidents over the past five years</a:t>
          </a:r>
        </a:p>
      </dsp:txBody>
      <dsp:txXfrm rot="10800000">
        <a:off x="0" y="162"/>
        <a:ext cx="4557932" cy="11656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37C72B-054D-43B4-ADD6-EF495B2920A3}">
      <dsp:nvSpPr>
        <dsp:cNvPr id="0" name=""/>
        <dsp:cNvSpPr/>
      </dsp:nvSpPr>
      <dsp:spPr>
        <a:xfrm>
          <a:off x="0" y="2890828"/>
          <a:ext cx="4325060" cy="1797392"/>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t>Highlights the need to raise awareness</a:t>
          </a:r>
          <a:r>
            <a:rPr lang="ar-EG" sz="2100" kern="1200" dirty="0"/>
            <a:t> </a:t>
          </a:r>
          <a:r>
            <a:rPr lang="en-US" sz="2100" kern="1200" dirty="0"/>
            <a:t>through posts, advertisements and awareness sessions</a:t>
          </a:r>
          <a:r>
            <a:rPr lang="ar-EG" sz="2100" kern="1200" dirty="0"/>
            <a:t> </a:t>
          </a:r>
          <a:r>
            <a:rPr lang="en-US" sz="2100" kern="1200" dirty="0"/>
            <a:t>about following speed limits and traffic signals.</a:t>
          </a:r>
        </a:p>
      </dsp:txBody>
      <dsp:txXfrm>
        <a:off x="0" y="2890828"/>
        <a:ext cx="4325060" cy="1797392"/>
      </dsp:txXfrm>
    </dsp:sp>
    <dsp:sp modelId="{55A62831-10E6-4660-9A3C-B3F49361740D}">
      <dsp:nvSpPr>
        <dsp:cNvPr id="0" name=""/>
        <dsp:cNvSpPr/>
      </dsp:nvSpPr>
      <dsp:spPr>
        <a:xfrm rot="10800000">
          <a:off x="0" y="1026"/>
          <a:ext cx="4325060" cy="291676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b="1" kern="1200" dirty="0">
              <a:solidFill>
                <a:schemeClr val="bg1"/>
              </a:solidFill>
            </a:rPr>
            <a:t>Although</a:t>
          </a:r>
          <a:r>
            <a:rPr lang="en-US" sz="2100" b="1" kern="1200" dirty="0">
              <a:solidFill>
                <a:srgbClr val="FF0000"/>
              </a:solidFill>
            </a:rPr>
            <a:t> Passenger</a:t>
          </a:r>
          <a:r>
            <a:rPr lang="en-US" sz="2100" kern="1200" dirty="0"/>
            <a:t> injuries recorded the highest numbers, </a:t>
          </a:r>
          <a:r>
            <a:rPr lang="en-US" sz="2100" b="1" kern="1200" dirty="0">
              <a:solidFill>
                <a:srgbClr val="FF0000"/>
              </a:solidFill>
            </a:rPr>
            <a:t>Pedestrian</a:t>
          </a:r>
          <a:r>
            <a:rPr lang="en-US" sz="2100" kern="1200" dirty="0"/>
            <a:t> injuries also represent a significant proportion.</a:t>
          </a:r>
        </a:p>
      </dsp:txBody>
      <dsp:txXfrm rot="10800000">
        <a:off x="0" y="1026"/>
        <a:ext cx="4325060" cy="18952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57AB9-8DFA-4A7F-96CE-DD54DEFDDB8B}">
      <dsp:nvSpPr>
        <dsp:cNvPr id="0" name=""/>
        <dsp:cNvSpPr/>
      </dsp:nvSpPr>
      <dsp:spPr>
        <a:xfrm>
          <a:off x="0" y="1993447"/>
          <a:ext cx="4663254" cy="2544918"/>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It is recommended to improve road infrastructure by enhancing lighting, widening lanes, separating directions, increasing rest areas, and conducting regular maintenance to ensure safety and reduce accidents</a:t>
          </a:r>
        </a:p>
      </dsp:txBody>
      <dsp:txXfrm>
        <a:off x="0" y="1993447"/>
        <a:ext cx="4663254" cy="2544918"/>
      </dsp:txXfrm>
    </dsp:sp>
    <dsp:sp modelId="{BFB5EDFD-A3EB-4E63-B860-A6F6E6835BF4}">
      <dsp:nvSpPr>
        <dsp:cNvPr id="0" name=""/>
        <dsp:cNvSpPr/>
      </dsp:nvSpPr>
      <dsp:spPr>
        <a:xfrm rot="10800000">
          <a:off x="0" y="0"/>
          <a:ext cx="4663254" cy="2029922"/>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These governorates contain the </a:t>
          </a:r>
          <a:r>
            <a:rPr lang="en-US" sz="2300" b="1" kern="1200" dirty="0">
              <a:solidFill>
                <a:srgbClr val="FF0000"/>
              </a:solidFill>
            </a:rPr>
            <a:t>highest</a:t>
          </a:r>
          <a:r>
            <a:rPr lang="en-US" sz="2300" kern="1200" dirty="0"/>
            <a:t> number of Dangerous roads</a:t>
          </a:r>
          <a:r>
            <a:rPr lang="en-US" sz="1800" kern="1200" dirty="0"/>
            <a:t>.</a:t>
          </a:r>
        </a:p>
      </dsp:txBody>
      <dsp:txXfrm rot="10800000">
        <a:off x="0" y="0"/>
        <a:ext cx="4663254" cy="131898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39F21-CFBD-47D7-9DC3-DF34B128C6F7}">
      <dsp:nvSpPr>
        <dsp:cNvPr id="0" name=""/>
        <dsp:cNvSpPr/>
      </dsp:nvSpPr>
      <dsp:spPr>
        <a:xfrm>
          <a:off x="0" y="2724975"/>
          <a:ext cx="4345264" cy="178787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a:t>The most of them were previously identified as having a high number of hazardous roads</a:t>
          </a:r>
        </a:p>
      </dsp:txBody>
      <dsp:txXfrm>
        <a:off x="0" y="2724975"/>
        <a:ext cx="4345264" cy="1787879"/>
      </dsp:txXfrm>
    </dsp:sp>
    <dsp:sp modelId="{D14712AD-5BAC-4BDA-BF2B-0C3684527B6F}">
      <dsp:nvSpPr>
        <dsp:cNvPr id="0" name=""/>
        <dsp:cNvSpPr/>
      </dsp:nvSpPr>
      <dsp:spPr>
        <a:xfrm rot="10800000">
          <a:off x="0" y="2035"/>
          <a:ext cx="4345264" cy="274975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These governorates record the </a:t>
          </a:r>
          <a:r>
            <a:rPr lang="en-US" sz="2500" b="1" kern="1200" dirty="0">
              <a:solidFill>
                <a:srgbClr val="FF0000"/>
              </a:solidFill>
            </a:rPr>
            <a:t>highest</a:t>
          </a:r>
          <a:r>
            <a:rPr lang="en-US" sz="2500" kern="1200" dirty="0"/>
            <a:t> number of injuries</a:t>
          </a:r>
        </a:p>
      </dsp:txBody>
      <dsp:txXfrm rot="10800000">
        <a:off x="0" y="2035"/>
        <a:ext cx="4345264" cy="17867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C619E-B228-42AA-98F7-B1740559A58B}">
      <dsp:nvSpPr>
        <dsp:cNvPr id="0" name=""/>
        <dsp:cNvSpPr/>
      </dsp:nvSpPr>
      <dsp:spPr>
        <a:xfrm>
          <a:off x="0" y="2870760"/>
          <a:ext cx="4765964" cy="1883529"/>
        </a:xfrm>
        <a:prstGeom prst="rect">
          <a:avLst/>
        </a:prstGeom>
        <a:solidFill>
          <a:schemeClr val="accent5">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Increase ambulance coverage and improve distribution in high-injury areas to ensure faster response and better emergency care</a:t>
          </a:r>
        </a:p>
      </dsp:txBody>
      <dsp:txXfrm>
        <a:off x="0" y="2870760"/>
        <a:ext cx="4765964" cy="1883529"/>
      </dsp:txXfrm>
    </dsp:sp>
    <dsp:sp modelId="{303467C4-C122-420B-9FA1-57D78C4FC002}">
      <dsp:nvSpPr>
        <dsp:cNvPr id="0" name=""/>
        <dsp:cNvSpPr/>
      </dsp:nvSpPr>
      <dsp:spPr>
        <a:xfrm rot="10800000">
          <a:off x="0" y="2144"/>
          <a:ext cx="4765964" cy="2896868"/>
        </a:xfrm>
        <a:prstGeom prst="upArrowCallout">
          <a:avLst/>
        </a:prstGeom>
        <a:solidFill>
          <a:schemeClr val="accent5">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Governorates with the </a:t>
          </a:r>
          <a:r>
            <a:rPr lang="en-US" sz="2300" b="1" kern="1200" dirty="0">
              <a:solidFill>
                <a:srgbClr val="FF0000"/>
              </a:solidFill>
            </a:rPr>
            <a:t>highest</a:t>
          </a:r>
          <a:r>
            <a:rPr lang="en-US" sz="2300" kern="1200" dirty="0"/>
            <a:t> number of dangerous roads have the </a:t>
          </a:r>
          <a:r>
            <a:rPr lang="en-US" sz="2300" b="1" kern="1200" dirty="0">
              <a:solidFill>
                <a:srgbClr val="FF0000"/>
              </a:solidFill>
            </a:rPr>
            <a:t>lowest</a:t>
          </a:r>
          <a:r>
            <a:rPr lang="en-US" sz="2300" kern="1200" dirty="0"/>
            <a:t> rate of ambulance centers per 100,000 people</a:t>
          </a:r>
          <a:r>
            <a:rPr lang="en-US" sz="2500" kern="1200" dirty="0"/>
            <a:t>.</a:t>
          </a:r>
        </a:p>
      </dsp:txBody>
      <dsp:txXfrm rot="10800000">
        <a:off x="0" y="2144"/>
        <a:ext cx="4765964" cy="188229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579661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3090264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15572-C42A-46A3-B31E-F8437C664F9A}" type="datetimeFigureOut">
              <a:rPr lang="en-US" smtClean="0"/>
              <a:t>09-Dec-25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64694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915572-C42A-46A3-B31E-F8437C664F9A}" type="datetimeFigureOut">
              <a:rPr lang="en-US" smtClean="0"/>
              <a:t>09-Dec-25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4485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915572-C42A-46A3-B31E-F8437C664F9A}" type="datetimeFigureOut">
              <a:rPr lang="en-US" smtClean="0"/>
              <a:t>09-Dec-25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4036999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915572-C42A-46A3-B31E-F8437C664F9A}" type="datetimeFigureOut">
              <a:rPr lang="en-US" smtClean="0"/>
              <a:t>09-Dec-25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74260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15572-C42A-46A3-B31E-F8437C664F9A}" type="datetimeFigureOut">
              <a:rPr lang="en-US" smtClean="0"/>
              <a:t>09-Dec-25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2802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09-Dec-25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82995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15572-C42A-46A3-B31E-F8437C664F9A}" type="datetimeFigureOut">
              <a:rPr lang="en-US" smtClean="0"/>
              <a:t>09-Dec-25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57853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1125814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915572-C42A-46A3-B31E-F8437C664F9A}" type="datetimeFigureOut">
              <a:rPr lang="en-US" smtClean="0"/>
              <a:t>09-Dec-25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7BB6C-B4AC-4AD8-8AFC-FBA11D4FA27F}" type="slidenum">
              <a:rPr lang="en-US" smtClean="0"/>
              <a:t>‹#›</a:t>
            </a:fld>
            <a:endParaRPr lang="en-US"/>
          </a:p>
        </p:txBody>
      </p:sp>
    </p:spTree>
    <p:extLst>
      <p:ext uri="{BB962C8B-B14F-4D97-AF65-F5344CB8AC3E}">
        <p14:creationId xmlns:p14="http://schemas.microsoft.com/office/powerpoint/2010/main" val="2151132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15572-C42A-46A3-B31E-F8437C664F9A}" type="datetimeFigureOut">
              <a:rPr lang="en-US" smtClean="0"/>
              <a:t>09-Dec-25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7BB6C-B4AC-4AD8-8AFC-FBA11D4FA27F}" type="slidenum">
              <a:rPr lang="en-US" smtClean="0"/>
              <a:t>‹#›</a:t>
            </a:fld>
            <a:endParaRPr lang="en-US"/>
          </a:p>
        </p:txBody>
      </p:sp>
    </p:spTree>
    <p:extLst>
      <p:ext uri="{BB962C8B-B14F-4D97-AF65-F5344CB8AC3E}">
        <p14:creationId xmlns:p14="http://schemas.microsoft.com/office/powerpoint/2010/main" val="17829560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1.wdp"/><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microsoft.com/office/2007/relationships/hdphoto" Target="../media/hdphoto1.wdp"/><Relationship Id="rId7" Type="http://schemas.openxmlformats.org/officeDocument/2006/relationships/diagramQuickStyle" Target="../diagrams/quickStyle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3.jpg"/><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3.xml"/><Relationship Id="rId3" Type="http://schemas.microsoft.com/office/2007/relationships/hdphoto" Target="../media/hdphoto1.wdp"/><Relationship Id="rId7" Type="http://schemas.openxmlformats.org/officeDocument/2006/relationships/diagramQuickStyle" Target="../diagrams/quickStyle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jpg"/><Relationship Id="rId9" Type="http://schemas.microsoft.com/office/2007/relationships/diagramDrawing" Target="../diagrams/drawing3.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4.xml"/><Relationship Id="rId3" Type="http://schemas.microsoft.com/office/2007/relationships/hdphoto" Target="../media/hdphoto1.wdp"/><Relationship Id="rId7" Type="http://schemas.openxmlformats.org/officeDocument/2006/relationships/diagramQuickStyle" Target="../diagrams/quickStyle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3.jpg"/><Relationship Id="rId9" Type="http://schemas.microsoft.com/office/2007/relationships/diagramDrawing" Target="../diagrams/drawing4.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5.xml"/><Relationship Id="rId3" Type="http://schemas.microsoft.com/office/2007/relationships/hdphoto" Target="../media/hdphoto1.wdp"/><Relationship Id="rId7" Type="http://schemas.openxmlformats.org/officeDocument/2006/relationships/diagramQuickStyle" Target="../diagrams/quickStyle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3.jpg"/><Relationship Id="rId9" Type="http://schemas.microsoft.com/office/2007/relationships/diagramDrawing" Target="../diagrams/drawing5.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hyperlink" Target="https://www.capmas.gov.eg/Pages/Publications.aspx?page_id=5104&amp;YearID=23545"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image" Target="../media/image21.PNG"/><Relationship Id="rId7" Type="http://schemas.openxmlformats.org/officeDocument/2006/relationships/diagramLayout" Target="../diagrams/layout6.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6.xml"/><Relationship Id="rId5" Type="http://schemas.openxmlformats.org/officeDocument/2006/relationships/image" Target="../media/image23.PNG"/><Relationship Id="rId10" Type="http://schemas.microsoft.com/office/2007/relationships/diagramDrawing" Target="../diagrams/drawing6.xml"/><Relationship Id="rId4" Type="http://schemas.openxmlformats.org/officeDocument/2006/relationships/image" Target="../media/image22.PNG"/><Relationship Id="rId9" Type="http://schemas.openxmlformats.org/officeDocument/2006/relationships/diagramColors" Target="../diagrams/colors6.xml"/></Relationships>
</file>

<file path=ppt/slides/_rels/slide24.xml.rels><?xml version="1.0" encoding="UTF-8" standalone="yes"?>
<Relationships xmlns="http://schemas.openxmlformats.org/package/2006/relationships"><Relationship Id="rId8" Type="http://schemas.openxmlformats.org/officeDocument/2006/relationships/diagramQuickStyle" Target="../diagrams/quickStyle7.xml"/><Relationship Id="rId3" Type="http://schemas.openxmlformats.org/officeDocument/2006/relationships/image" Target="../media/image22.PNG"/><Relationship Id="rId7" Type="http://schemas.openxmlformats.org/officeDocument/2006/relationships/diagramLayout" Target="../diagrams/layout7.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7.xml"/><Relationship Id="rId5" Type="http://schemas.openxmlformats.org/officeDocument/2006/relationships/image" Target="../media/image21.PNG"/><Relationship Id="rId10" Type="http://schemas.microsoft.com/office/2007/relationships/diagramDrawing" Target="../diagrams/drawing7.xml"/><Relationship Id="rId4" Type="http://schemas.openxmlformats.org/officeDocument/2006/relationships/image" Target="../media/image23.PNG"/><Relationship Id="rId9" Type="http://schemas.openxmlformats.org/officeDocument/2006/relationships/diagramColors" Target="../diagrams/colors7.xml"/></Relationships>
</file>

<file path=ppt/slides/_rels/slide2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3.PNG"/><Relationship Id="rId7" Type="http://schemas.openxmlformats.org/officeDocument/2006/relationships/diagramColors" Target="../diagrams/colors8.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10" Type="http://schemas.openxmlformats.org/officeDocument/2006/relationships/image" Target="../media/image24.PNG"/><Relationship Id="rId4" Type="http://schemas.openxmlformats.org/officeDocument/2006/relationships/diagramData" Target="../diagrams/data8.xml"/><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diagramQuickStyle" Target="../diagrams/quickStyle9.xml"/><Relationship Id="rId3" Type="http://schemas.openxmlformats.org/officeDocument/2006/relationships/image" Target="../media/image24.PNG"/><Relationship Id="rId7" Type="http://schemas.openxmlformats.org/officeDocument/2006/relationships/diagramLayout" Target="../diagrams/layout9.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Data" Target="../diagrams/data9.xml"/><Relationship Id="rId5" Type="http://schemas.openxmlformats.org/officeDocument/2006/relationships/image" Target="../media/image25.PNG"/><Relationship Id="rId10" Type="http://schemas.microsoft.com/office/2007/relationships/diagramDrawing" Target="../diagrams/drawing9.xml"/><Relationship Id="rId4" Type="http://schemas.openxmlformats.org/officeDocument/2006/relationships/image" Target="../media/image23.PNG"/><Relationship Id="rId9" Type="http://schemas.openxmlformats.org/officeDocument/2006/relationships/diagramColors" Target="../diagrams/colors9.xml"/></Relationships>
</file>

<file path=ppt/slides/_rels/slide2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Colors" Target="../diagrams/colors10.xml"/><Relationship Id="rId5" Type="http://schemas.openxmlformats.org/officeDocument/2006/relationships/diagramQuickStyle" Target="../diagrams/quickStyle10.xml"/><Relationship Id="rId10" Type="http://schemas.openxmlformats.org/officeDocument/2006/relationships/image" Target="../media/image26.jpg"/><Relationship Id="rId4" Type="http://schemas.openxmlformats.org/officeDocument/2006/relationships/diagramLayout" Target="../diagrams/layout10.xml"/><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5.PNG"/><Relationship Id="rId7" Type="http://schemas.openxmlformats.org/officeDocument/2006/relationships/diagramColors" Target="../diagrams/colors11.xml"/><Relationship Id="rId2" Type="http://schemas.openxmlformats.org/officeDocument/2006/relationships/image" Target="../media/image9.jpg"/><Relationship Id="rId1" Type="http://schemas.openxmlformats.org/officeDocument/2006/relationships/slideLayout" Target="../slideLayouts/slideLayout7.xml"/><Relationship Id="rId6" Type="http://schemas.openxmlformats.org/officeDocument/2006/relationships/diagramQuickStyle" Target="../diagrams/quickStyle11.xml"/><Relationship Id="rId5" Type="http://schemas.openxmlformats.org/officeDocument/2006/relationships/diagramLayout" Target="../diagrams/layout11.xml"/><Relationship Id="rId10" Type="http://schemas.openxmlformats.org/officeDocument/2006/relationships/image" Target="../media/image26.jpg"/><Relationship Id="rId4" Type="http://schemas.openxmlformats.org/officeDocument/2006/relationships/diagramData" Target="../diagrams/data11.xml"/><Relationship Id="rId9"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www.kaggle.com/datasets/andrewmvd/pothole-detection" TargetMode="External"/><Relationship Id="rId2" Type="http://schemas.openxmlformats.org/officeDocument/2006/relationships/image" Target="../media/image27.jpg"/><Relationship Id="rId1" Type="http://schemas.openxmlformats.org/officeDocument/2006/relationships/slideLayout" Target="../slideLayouts/slideLayout7.xml"/><Relationship Id="rId4" Type="http://schemas.openxmlformats.org/officeDocument/2006/relationships/hyperlink" Target="https://www.kaggle.com/datasets/redzapdos123/indian-driving-dataset-detections-yolov11"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4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WhatsApp Video 2025-10-13 at 16.43.26_64260bbc">
            <a:hlinkClick r:id="" action="ppaction://media"/>
            <a:extLst>
              <a:ext uri="{FF2B5EF4-FFF2-40B4-BE49-F238E27FC236}">
                <a16:creationId xmlns:a16="http://schemas.microsoft.com/office/drawing/2014/main" id="{62C6047F-D6BE-E5C8-E088-55BE615162F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a:ln>
            <a:noFill/>
          </a:ln>
          <a:effectLst/>
          <a:scene3d>
            <a:camera prst="orthographicFront"/>
            <a:lightRig rig="balanced" dir="t"/>
          </a:scene3d>
          <a:sp3d prstMaterial="softEdge">
            <a:bevelT w="203200" h="101600" prst="cross"/>
            <a:contourClr>
              <a:srgbClr val="FFFFFF"/>
            </a:contourClr>
          </a:sp3d>
        </p:spPr>
      </p:pic>
      <p:sp>
        <p:nvSpPr>
          <p:cNvPr id="5" name="TextBox 4">
            <a:extLst>
              <a:ext uri="{FF2B5EF4-FFF2-40B4-BE49-F238E27FC236}">
                <a16:creationId xmlns:a16="http://schemas.microsoft.com/office/drawing/2014/main" id="{10F01CF4-036C-C4BE-E4BC-0119BC431D16}"/>
              </a:ext>
            </a:extLst>
          </p:cNvPr>
          <p:cNvSpPr txBox="1"/>
          <p:nvPr/>
        </p:nvSpPr>
        <p:spPr>
          <a:xfrm>
            <a:off x="3434058" y="-1"/>
            <a:ext cx="8757942" cy="6858000"/>
          </a:xfrm>
          <a:custGeom>
            <a:avLst/>
            <a:gdLst/>
            <a:ahLst/>
            <a:cxnLst/>
            <a:rect l="l" t="t" r="r" b="b"/>
            <a:pathLst>
              <a:path w="8757942" h="6858000">
                <a:moveTo>
                  <a:pt x="2753970" y="4380217"/>
                </a:moveTo>
                <a:lnTo>
                  <a:pt x="2776263" y="4380217"/>
                </a:lnTo>
                <a:lnTo>
                  <a:pt x="2753425" y="4455103"/>
                </a:lnTo>
                <a:close/>
                <a:moveTo>
                  <a:pt x="2613561" y="4258327"/>
                </a:moveTo>
                <a:lnTo>
                  <a:pt x="2751171" y="4258327"/>
                </a:lnTo>
                <a:lnTo>
                  <a:pt x="2754208" y="4347537"/>
                </a:lnTo>
                <a:lnTo>
                  <a:pt x="2753970" y="4380217"/>
                </a:lnTo>
                <a:lnTo>
                  <a:pt x="2613561" y="4380217"/>
                </a:lnTo>
                <a:close/>
                <a:moveTo>
                  <a:pt x="3744139" y="3912246"/>
                </a:moveTo>
                <a:lnTo>
                  <a:pt x="3744139" y="4039577"/>
                </a:lnTo>
                <a:lnTo>
                  <a:pt x="3938945" y="4039577"/>
                </a:lnTo>
                <a:lnTo>
                  <a:pt x="3938945" y="4644675"/>
                </a:lnTo>
                <a:lnTo>
                  <a:pt x="4092396" y="4644675"/>
                </a:lnTo>
                <a:lnTo>
                  <a:pt x="4092396" y="4039577"/>
                </a:lnTo>
                <a:lnTo>
                  <a:pt x="4287203" y="4039577"/>
                </a:lnTo>
                <a:lnTo>
                  <a:pt x="4287203" y="3912246"/>
                </a:lnTo>
                <a:close/>
                <a:moveTo>
                  <a:pt x="3047981" y="3912246"/>
                </a:moveTo>
                <a:lnTo>
                  <a:pt x="3047981" y="4644675"/>
                </a:lnTo>
                <a:lnTo>
                  <a:pt x="3200888" y="4644675"/>
                </a:lnTo>
                <a:lnTo>
                  <a:pt x="3200888" y="4333420"/>
                </a:lnTo>
                <a:lnTo>
                  <a:pt x="3511599" y="4333420"/>
                </a:lnTo>
                <a:lnTo>
                  <a:pt x="3511599" y="4644675"/>
                </a:lnTo>
                <a:lnTo>
                  <a:pt x="3663962" y="4644675"/>
                </a:lnTo>
                <a:lnTo>
                  <a:pt x="3663962" y="3912246"/>
                </a:lnTo>
                <a:lnTo>
                  <a:pt x="3511599" y="3912246"/>
                </a:lnTo>
                <a:lnTo>
                  <a:pt x="3511599" y="4198470"/>
                </a:lnTo>
                <a:lnTo>
                  <a:pt x="3200888" y="4198470"/>
                </a:lnTo>
                <a:lnTo>
                  <a:pt x="3200888" y="3912246"/>
                </a:lnTo>
                <a:close/>
                <a:moveTo>
                  <a:pt x="1990706" y="3912246"/>
                </a:moveTo>
                <a:lnTo>
                  <a:pt x="2143613" y="3912246"/>
                </a:lnTo>
                <a:lnTo>
                  <a:pt x="2143613" y="4644675"/>
                </a:lnTo>
                <a:lnTo>
                  <a:pt x="1990706" y="4644675"/>
                </a:lnTo>
                <a:close/>
                <a:moveTo>
                  <a:pt x="581006" y="3912246"/>
                </a:moveTo>
                <a:lnTo>
                  <a:pt x="731192" y="3912246"/>
                </a:lnTo>
                <a:lnTo>
                  <a:pt x="1068023" y="4405792"/>
                </a:lnTo>
                <a:lnTo>
                  <a:pt x="1068023" y="3912246"/>
                </a:lnTo>
                <a:lnTo>
                  <a:pt x="1211679" y="3912246"/>
                </a:lnTo>
                <a:lnTo>
                  <a:pt x="1211679" y="4644675"/>
                </a:lnTo>
                <a:lnTo>
                  <a:pt x="1061493" y="4644675"/>
                </a:lnTo>
                <a:lnTo>
                  <a:pt x="724118" y="4147864"/>
                </a:lnTo>
                <a:lnTo>
                  <a:pt x="724118" y="4644675"/>
                </a:lnTo>
                <a:lnTo>
                  <a:pt x="581006" y="4644675"/>
                </a:lnTo>
                <a:close/>
                <a:moveTo>
                  <a:pt x="285731" y="3912246"/>
                </a:moveTo>
                <a:lnTo>
                  <a:pt x="438638" y="3912246"/>
                </a:lnTo>
                <a:lnTo>
                  <a:pt x="438638" y="4644675"/>
                </a:lnTo>
                <a:lnTo>
                  <a:pt x="285731" y="4644675"/>
                </a:lnTo>
                <a:close/>
                <a:moveTo>
                  <a:pt x="4593966" y="3902995"/>
                </a:moveTo>
                <a:cubicBezTo>
                  <a:pt x="4541727" y="3902995"/>
                  <a:pt x="4495293" y="3910069"/>
                  <a:pt x="4454663" y="3924217"/>
                </a:cubicBezTo>
                <a:cubicBezTo>
                  <a:pt x="4414033" y="3938365"/>
                  <a:pt x="4382200" y="3960403"/>
                  <a:pt x="4359164" y="3990331"/>
                </a:cubicBezTo>
                <a:cubicBezTo>
                  <a:pt x="4336128" y="4020260"/>
                  <a:pt x="4324610" y="4058985"/>
                  <a:pt x="4324610" y="4106508"/>
                </a:cubicBezTo>
                <a:cubicBezTo>
                  <a:pt x="4324610" y="4150766"/>
                  <a:pt x="4334677" y="4186680"/>
                  <a:pt x="4354811" y="4214250"/>
                </a:cubicBezTo>
                <a:cubicBezTo>
                  <a:pt x="4374944" y="4241821"/>
                  <a:pt x="4403422" y="4264312"/>
                  <a:pt x="4440243" y="4281725"/>
                </a:cubicBezTo>
                <a:cubicBezTo>
                  <a:pt x="4477064" y="4299138"/>
                  <a:pt x="4520687" y="4315100"/>
                  <a:pt x="4571111" y="4329611"/>
                </a:cubicBezTo>
                <a:cubicBezTo>
                  <a:pt x="4614644" y="4341582"/>
                  <a:pt x="4648381" y="4352737"/>
                  <a:pt x="4672324" y="4363076"/>
                </a:cubicBezTo>
                <a:cubicBezTo>
                  <a:pt x="4696267" y="4373415"/>
                  <a:pt x="4712863" y="4384933"/>
                  <a:pt x="4722114" y="4397630"/>
                </a:cubicBezTo>
                <a:cubicBezTo>
                  <a:pt x="4731364" y="4410327"/>
                  <a:pt x="4735990" y="4426288"/>
                  <a:pt x="4735990" y="4445515"/>
                </a:cubicBezTo>
                <a:cubicBezTo>
                  <a:pt x="4735990" y="4465467"/>
                  <a:pt x="4730458" y="4481792"/>
                  <a:pt x="4719393" y="4494489"/>
                </a:cubicBezTo>
                <a:cubicBezTo>
                  <a:pt x="4708329" y="4507186"/>
                  <a:pt x="4693002" y="4516618"/>
                  <a:pt x="4673412" y="4522785"/>
                </a:cubicBezTo>
                <a:cubicBezTo>
                  <a:pt x="4653823" y="4528952"/>
                  <a:pt x="4631150" y="4532036"/>
                  <a:pt x="4605393" y="4532036"/>
                </a:cubicBezTo>
                <a:cubicBezTo>
                  <a:pt x="4578548" y="4532036"/>
                  <a:pt x="4554696" y="4528589"/>
                  <a:pt x="4533837" y="4521697"/>
                </a:cubicBezTo>
                <a:cubicBezTo>
                  <a:pt x="4512978" y="4514804"/>
                  <a:pt x="4496472" y="4503286"/>
                  <a:pt x="4484319" y="4487143"/>
                </a:cubicBezTo>
                <a:cubicBezTo>
                  <a:pt x="4472166" y="4471000"/>
                  <a:pt x="4465364" y="4448780"/>
                  <a:pt x="4463913" y="4420484"/>
                </a:cubicBezTo>
                <a:lnTo>
                  <a:pt x="4307741" y="4420484"/>
                </a:lnTo>
                <a:cubicBezTo>
                  <a:pt x="4307741" y="4475988"/>
                  <a:pt x="4320801" y="4520971"/>
                  <a:pt x="4346920" y="4555434"/>
                </a:cubicBezTo>
                <a:cubicBezTo>
                  <a:pt x="4373040" y="4589897"/>
                  <a:pt x="4408500" y="4615019"/>
                  <a:pt x="4453302" y="4630799"/>
                </a:cubicBezTo>
                <a:cubicBezTo>
                  <a:pt x="4498104" y="4646580"/>
                  <a:pt x="4547894" y="4654470"/>
                  <a:pt x="4602672" y="4654470"/>
                </a:cubicBezTo>
                <a:cubicBezTo>
                  <a:pt x="4657813" y="4654470"/>
                  <a:pt x="4707150" y="4647033"/>
                  <a:pt x="4750682" y="4632160"/>
                </a:cubicBezTo>
                <a:cubicBezTo>
                  <a:pt x="4794214" y="4617286"/>
                  <a:pt x="4828768" y="4593888"/>
                  <a:pt x="4854343" y="4561964"/>
                </a:cubicBezTo>
                <a:cubicBezTo>
                  <a:pt x="4879918" y="4530040"/>
                  <a:pt x="4892706" y="4488141"/>
                  <a:pt x="4892706" y="4436265"/>
                </a:cubicBezTo>
                <a:cubicBezTo>
                  <a:pt x="4892706" y="4389830"/>
                  <a:pt x="4884181" y="4352374"/>
                  <a:pt x="4867131" y="4323897"/>
                </a:cubicBezTo>
                <a:cubicBezTo>
                  <a:pt x="4850080" y="4295420"/>
                  <a:pt x="4823870" y="4272203"/>
                  <a:pt x="4788501" y="4254246"/>
                </a:cubicBezTo>
                <a:cubicBezTo>
                  <a:pt x="4753131" y="4236289"/>
                  <a:pt x="4707694" y="4219148"/>
                  <a:pt x="4652190" y="4202823"/>
                </a:cubicBezTo>
                <a:cubicBezTo>
                  <a:pt x="4605393" y="4189401"/>
                  <a:pt x="4569660" y="4177429"/>
                  <a:pt x="4544992" y="4166909"/>
                </a:cubicBezTo>
                <a:cubicBezTo>
                  <a:pt x="4520324" y="4156389"/>
                  <a:pt x="4503455" y="4145596"/>
                  <a:pt x="4494386" y="4134532"/>
                </a:cubicBezTo>
                <a:cubicBezTo>
                  <a:pt x="4485317" y="4123467"/>
                  <a:pt x="4480782" y="4110680"/>
                  <a:pt x="4480782" y="4096169"/>
                </a:cubicBezTo>
                <a:cubicBezTo>
                  <a:pt x="4480782" y="4070775"/>
                  <a:pt x="4491574" y="4052002"/>
                  <a:pt x="4513159" y="4039849"/>
                </a:cubicBezTo>
                <a:cubicBezTo>
                  <a:pt x="4534744" y="4027697"/>
                  <a:pt x="4561679" y="4021620"/>
                  <a:pt x="4593966" y="4021620"/>
                </a:cubicBezTo>
                <a:cubicBezTo>
                  <a:pt x="4626978" y="4021620"/>
                  <a:pt x="4655274" y="4029329"/>
                  <a:pt x="4678854" y="4044747"/>
                </a:cubicBezTo>
                <a:cubicBezTo>
                  <a:pt x="4702434" y="4060164"/>
                  <a:pt x="4714042" y="4083472"/>
                  <a:pt x="4713679" y="4114670"/>
                </a:cubicBezTo>
                <a:lnTo>
                  <a:pt x="4870396" y="4114670"/>
                </a:lnTo>
                <a:cubicBezTo>
                  <a:pt x="4870396" y="4066422"/>
                  <a:pt x="4857880" y="4026699"/>
                  <a:pt x="4832849" y="3995501"/>
                </a:cubicBezTo>
                <a:cubicBezTo>
                  <a:pt x="4807818" y="3964303"/>
                  <a:pt x="4774443" y="3941086"/>
                  <a:pt x="4732725" y="3925849"/>
                </a:cubicBezTo>
                <a:cubicBezTo>
                  <a:pt x="4691006" y="3910613"/>
                  <a:pt x="4644753" y="3902995"/>
                  <a:pt x="4593966" y="3902995"/>
                </a:cubicBezTo>
                <a:close/>
                <a:moveTo>
                  <a:pt x="1593591" y="3902995"/>
                </a:moveTo>
                <a:cubicBezTo>
                  <a:pt x="1644378" y="3902995"/>
                  <a:pt x="1690631" y="3910613"/>
                  <a:pt x="1732350" y="3925849"/>
                </a:cubicBezTo>
                <a:cubicBezTo>
                  <a:pt x="1774068" y="3941086"/>
                  <a:pt x="1807443" y="3964303"/>
                  <a:pt x="1832474" y="3995501"/>
                </a:cubicBezTo>
                <a:cubicBezTo>
                  <a:pt x="1857505" y="4026699"/>
                  <a:pt x="1870020" y="4066422"/>
                  <a:pt x="1870020" y="4114670"/>
                </a:cubicBezTo>
                <a:lnTo>
                  <a:pt x="1713304" y="4114670"/>
                </a:lnTo>
                <a:cubicBezTo>
                  <a:pt x="1713667" y="4083472"/>
                  <a:pt x="1702059" y="4060164"/>
                  <a:pt x="1678478" y="4044747"/>
                </a:cubicBezTo>
                <a:cubicBezTo>
                  <a:pt x="1654898" y="4029329"/>
                  <a:pt x="1626603" y="4021620"/>
                  <a:pt x="1593591" y="4021620"/>
                </a:cubicBezTo>
                <a:cubicBezTo>
                  <a:pt x="1561304" y="4021620"/>
                  <a:pt x="1534369" y="4027697"/>
                  <a:pt x="1512784" y="4039849"/>
                </a:cubicBezTo>
                <a:cubicBezTo>
                  <a:pt x="1491199" y="4052002"/>
                  <a:pt x="1480407" y="4070775"/>
                  <a:pt x="1480407" y="4096169"/>
                </a:cubicBezTo>
                <a:cubicBezTo>
                  <a:pt x="1480407" y="4110680"/>
                  <a:pt x="1484941" y="4123467"/>
                  <a:pt x="1494011" y="4134532"/>
                </a:cubicBezTo>
                <a:cubicBezTo>
                  <a:pt x="1503080" y="4145596"/>
                  <a:pt x="1519949" y="4156389"/>
                  <a:pt x="1544617" y="4166909"/>
                </a:cubicBezTo>
                <a:cubicBezTo>
                  <a:pt x="1569285" y="4177429"/>
                  <a:pt x="1605018" y="4189401"/>
                  <a:pt x="1651815" y="4202823"/>
                </a:cubicBezTo>
                <a:cubicBezTo>
                  <a:pt x="1707319" y="4219148"/>
                  <a:pt x="1752755" y="4236289"/>
                  <a:pt x="1788125" y="4254246"/>
                </a:cubicBezTo>
                <a:cubicBezTo>
                  <a:pt x="1823495" y="4272203"/>
                  <a:pt x="1849705" y="4295420"/>
                  <a:pt x="1866755" y="4323897"/>
                </a:cubicBezTo>
                <a:cubicBezTo>
                  <a:pt x="1883805" y="4352374"/>
                  <a:pt x="1892331" y="4389830"/>
                  <a:pt x="1892331" y="4436265"/>
                </a:cubicBezTo>
                <a:cubicBezTo>
                  <a:pt x="1892331" y="4488141"/>
                  <a:pt x="1879543" y="4530040"/>
                  <a:pt x="1853968" y="4561964"/>
                </a:cubicBezTo>
                <a:cubicBezTo>
                  <a:pt x="1828393" y="4593888"/>
                  <a:pt x="1793839" y="4617286"/>
                  <a:pt x="1750307" y="4632160"/>
                </a:cubicBezTo>
                <a:cubicBezTo>
                  <a:pt x="1706775" y="4647033"/>
                  <a:pt x="1657438" y="4654470"/>
                  <a:pt x="1602297" y="4654470"/>
                </a:cubicBezTo>
                <a:cubicBezTo>
                  <a:pt x="1547519" y="4654470"/>
                  <a:pt x="1497729" y="4646580"/>
                  <a:pt x="1452927" y="4630799"/>
                </a:cubicBezTo>
                <a:cubicBezTo>
                  <a:pt x="1408125" y="4615019"/>
                  <a:pt x="1372665" y="4589897"/>
                  <a:pt x="1346545" y="4555434"/>
                </a:cubicBezTo>
                <a:cubicBezTo>
                  <a:pt x="1320426" y="4520971"/>
                  <a:pt x="1307366" y="4475988"/>
                  <a:pt x="1307366" y="4420484"/>
                </a:cubicBezTo>
                <a:lnTo>
                  <a:pt x="1463538" y="4420484"/>
                </a:lnTo>
                <a:cubicBezTo>
                  <a:pt x="1464989" y="4448780"/>
                  <a:pt x="1471791" y="4471000"/>
                  <a:pt x="1483944" y="4487143"/>
                </a:cubicBezTo>
                <a:cubicBezTo>
                  <a:pt x="1496097" y="4503286"/>
                  <a:pt x="1512603" y="4514804"/>
                  <a:pt x="1533462" y="4521697"/>
                </a:cubicBezTo>
                <a:cubicBezTo>
                  <a:pt x="1554321" y="4528589"/>
                  <a:pt x="1578173" y="4532036"/>
                  <a:pt x="1605018" y="4532036"/>
                </a:cubicBezTo>
                <a:cubicBezTo>
                  <a:pt x="1630774" y="4532036"/>
                  <a:pt x="1653448" y="4528952"/>
                  <a:pt x="1673037" y="4522785"/>
                </a:cubicBezTo>
                <a:cubicBezTo>
                  <a:pt x="1692626" y="4516618"/>
                  <a:pt x="1707953" y="4507186"/>
                  <a:pt x="1719018" y="4494489"/>
                </a:cubicBezTo>
                <a:cubicBezTo>
                  <a:pt x="1730082" y="4481792"/>
                  <a:pt x="1735615" y="4465467"/>
                  <a:pt x="1735615" y="4445515"/>
                </a:cubicBezTo>
                <a:cubicBezTo>
                  <a:pt x="1735615" y="4426288"/>
                  <a:pt x="1730989" y="4410327"/>
                  <a:pt x="1721739" y="4397630"/>
                </a:cubicBezTo>
                <a:cubicBezTo>
                  <a:pt x="1712488" y="4384933"/>
                  <a:pt x="1695891" y="4373415"/>
                  <a:pt x="1671949" y="4363076"/>
                </a:cubicBezTo>
                <a:cubicBezTo>
                  <a:pt x="1648006" y="4352737"/>
                  <a:pt x="1614268" y="4341582"/>
                  <a:pt x="1570736" y="4329611"/>
                </a:cubicBezTo>
                <a:cubicBezTo>
                  <a:pt x="1520312" y="4315100"/>
                  <a:pt x="1476689" y="4299138"/>
                  <a:pt x="1439867" y="4281725"/>
                </a:cubicBezTo>
                <a:cubicBezTo>
                  <a:pt x="1403047" y="4264312"/>
                  <a:pt x="1374569" y="4241821"/>
                  <a:pt x="1354435" y="4214250"/>
                </a:cubicBezTo>
                <a:cubicBezTo>
                  <a:pt x="1334302" y="4186680"/>
                  <a:pt x="1324235" y="4150766"/>
                  <a:pt x="1324235" y="4106508"/>
                </a:cubicBezTo>
                <a:cubicBezTo>
                  <a:pt x="1324235" y="4058985"/>
                  <a:pt x="1335753" y="4020260"/>
                  <a:pt x="1358789" y="3990331"/>
                </a:cubicBezTo>
                <a:cubicBezTo>
                  <a:pt x="1381825" y="3960403"/>
                  <a:pt x="1413658" y="3938365"/>
                  <a:pt x="1454288" y="3924217"/>
                </a:cubicBezTo>
                <a:cubicBezTo>
                  <a:pt x="1494918" y="3910069"/>
                  <a:pt x="1541352" y="3902995"/>
                  <a:pt x="1593591" y="3902995"/>
                </a:cubicBezTo>
                <a:close/>
                <a:moveTo>
                  <a:pt x="2609752" y="3902451"/>
                </a:moveTo>
                <a:cubicBezTo>
                  <a:pt x="2646029" y="3902451"/>
                  <a:pt x="2681671" y="3907348"/>
                  <a:pt x="2716678" y="3917143"/>
                </a:cubicBezTo>
                <a:lnTo>
                  <a:pt x="2727931" y="3921325"/>
                </a:lnTo>
                <a:lnTo>
                  <a:pt x="2744053" y="4102134"/>
                </a:lnTo>
                <a:lnTo>
                  <a:pt x="2739260" y="4089095"/>
                </a:lnTo>
                <a:cubicBezTo>
                  <a:pt x="2726201" y="4070594"/>
                  <a:pt x="2708606" y="4056083"/>
                  <a:pt x="2686478" y="4045563"/>
                </a:cubicBezTo>
                <a:cubicBezTo>
                  <a:pt x="2664349" y="4035043"/>
                  <a:pt x="2637685" y="4029783"/>
                  <a:pt x="2606487" y="4029783"/>
                </a:cubicBezTo>
                <a:cubicBezTo>
                  <a:pt x="2561504" y="4029783"/>
                  <a:pt x="2525227" y="4041300"/>
                  <a:pt x="2497656" y="4064336"/>
                </a:cubicBezTo>
                <a:cubicBezTo>
                  <a:pt x="2470086" y="4087372"/>
                  <a:pt x="2449953" y="4117663"/>
                  <a:pt x="2437256" y="4155210"/>
                </a:cubicBezTo>
                <a:cubicBezTo>
                  <a:pt x="2424559" y="4192756"/>
                  <a:pt x="2418210" y="4234021"/>
                  <a:pt x="2418210" y="4279005"/>
                </a:cubicBezTo>
                <a:cubicBezTo>
                  <a:pt x="2418210" y="4323625"/>
                  <a:pt x="2424559" y="4364799"/>
                  <a:pt x="2437256" y="4402527"/>
                </a:cubicBezTo>
                <a:cubicBezTo>
                  <a:pt x="2449953" y="4440255"/>
                  <a:pt x="2470358" y="4470546"/>
                  <a:pt x="2498473" y="4493401"/>
                </a:cubicBezTo>
                <a:cubicBezTo>
                  <a:pt x="2526587" y="4516255"/>
                  <a:pt x="2563680" y="4527682"/>
                  <a:pt x="2609752" y="4527682"/>
                </a:cubicBezTo>
                <a:cubicBezTo>
                  <a:pt x="2643852" y="4527682"/>
                  <a:pt x="2672874" y="4521425"/>
                  <a:pt x="2696816" y="4508909"/>
                </a:cubicBezTo>
                <a:cubicBezTo>
                  <a:pt x="2720759" y="4496394"/>
                  <a:pt x="2739442" y="4479071"/>
                  <a:pt x="2752864" y="4456942"/>
                </a:cubicBezTo>
                <a:lnTo>
                  <a:pt x="2753425" y="4455103"/>
                </a:lnTo>
                <a:lnTo>
                  <a:pt x="2752646" y="4562197"/>
                </a:lnTo>
                <a:lnTo>
                  <a:pt x="2749289" y="4627102"/>
                </a:lnTo>
                <a:lnTo>
                  <a:pt x="2704775" y="4644267"/>
                </a:lnTo>
                <a:cubicBezTo>
                  <a:pt x="2675708" y="4651069"/>
                  <a:pt x="2644034" y="4654470"/>
                  <a:pt x="2609752" y="4654470"/>
                </a:cubicBezTo>
                <a:cubicBezTo>
                  <a:pt x="2537198" y="4654470"/>
                  <a:pt x="2474802" y="4638962"/>
                  <a:pt x="2422563" y="4607945"/>
                </a:cubicBezTo>
                <a:cubicBezTo>
                  <a:pt x="2370325" y="4576928"/>
                  <a:pt x="2330329" y="4533305"/>
                  <a:pt x="2302578" y="4477076"/>
                </a:cubicBezTo>
                <a:cubicBezTo>
                  <a:pt x="2274826" y="4420847"/>
                  <a:pt x="2260950" y="4354823"/>
                  <a:pt x="2260950" y="4279005"/>
                </a:cubicBezTo>
                <a:cubicBezTo>
                  <a:pt x="2260950" y="4202823"/>
                  <a:pt x="2274826" y="4136527"/>
                  <a:pt x="2302578" y="4080117"/>
                </a:cubicBezTo>
                <a:cubicBezTo>
                  <a:pt x="2330329" y="4023706"/>
                  <a:pt x="2370325" y="3979993"/>
                  <a:pt x="2422563" y="3948976"/>
                </a:cubicBezTo>
                <a:cubicBezTo>
                  <a:pt x="2474802" y="3917959"/>
                  <a:pt x="2537198" y="3902451"/>
                  <a:pt x="2609752" y="3902451"/>
                </a:cubicBezTo>
                <a:close/>
                <a:moveTo>
                  <a:pt x="342816" y="2720495"/>
                </a:moveTo>
                <a:lnTo>
                  <a:pt x="247589" y="3013793"/>
                </a:lnTo>
                <a:lnTo>
                  <a:pt x="437499" y="3013793"/>
                </a:lnTo>
                <a:close/>
                <a:moveTo>
                  <a:pt x="2524106" y="2701388"/>
                </a:moveTo>
                <a:lnTo>
                  <a:pt x="2566404" y="2889084"/>
                </a:lnTo>
                <a:cubicBezTo>
                  <a:pt x="2595552" y="3025482"/>
                  <a:pt x="2622807" y="3162300"/>
                  <a:pt x="2647033" y="3299791"/>
                </a:cubicBezTo>
                <a:lnTo>
                  <a:pt x="2647313" y="3301650"/>
                </a:lnTo>
                <a:lnTo>
                  <a:pt x="2524106" y="3301650"/>
                </a:lnTo>
                <a:close/>
                <a:moveTo>
                  <a:pt x="2677013" y="2696552"/>
                </a:moveTo>
                <a:lnTo>
                  <a:pt x="2769519" y="2696552"/>
                </a:lnTo>
                <a:cubicBezTo>
                  <a:pt x="2818493" y="2696552"/>
                  <a:pt x="2860211" y="2705440"/>
                  <a:pt x="2894674" y="2723216"/>
                </a:cubicBezTo>
                <a:cubicBezTo>
                  <a:pt x="2929137" y="2740991"/>
                  <a:pt x="2955710" y="2767383"/>
                  <a:pt x="2974393" y="2802390"/>
                </a:cubicBezTo>
                <a:cubicBezTo>
                  <a:pt x="2993075" y="2837397"/>
                  <a:pt x="3002416" y="2880839"/>
                  <a:pt x="3002416" y="2932715"/>
                </a:cubicBezTo>
                <a:cubicBezTo>
                  <a:pt x="3002416" y="2987130"/>
                  <a:pt x="2993801" y="3032204"/>
                  <a:pt x="2976569" y="3067937"/>
                </a:cubicBezTo>
                <a:cubicBezTo>
                  <a:pt x="2959338" y="3103669"/>
                  <a:pt x="2933581" y="3130333"/>
                  <a:pt x="2899299" y="3147927"/>
                </a:cubicBezTo>
                <a:cubicBezTo>
                  <a:pt x="2865018" y="3165521"/>
                  <a:pt x="2821758" y="3174318"/>
                  <a:pt x="2769519" y="3174318"/>
                </a:cubicBezTo>
                <a:lnTo>
                  <a:pt x="2677013" y="3174318"/>
                </a:lnTo>
                <a:close/>
                <a:moveTo>
                  <a:pt x="4591864" y="2569220"/>
                </a:moveTo>
                <a:lnTo>
                  <a:pt x="4591864" y="2696552"/>
                </a:lnTo>
                <a:lnTo>
                  <a:pt x="4786670" y="2696552"/>
                </a:lnTo>
                <a:lnTo>
                  <a:pt x="4786670" y="3301650"/>
                </a:lnTo>
                <a:lnTo>
                  <a:pt x="4940121" y="3301650"/>
                </a:lnTo>
                <a:lnTo>
                  <a:pt x="4940121" y="2696552"/>
                </a:lnTo>
                <a:lnTo>
                  <a:pt x="5134928" y="2696552"/>
                </a:lnTo>
                <a:lnTo>
                  <a:pt x="5134928" y="2569220"/>
                </a:lnTo>
                <a:close/>
                <a:moveTo>
                  <a:pt x="3886181" y="2569220"/>
                </a:moveTo>
                <a:lnTo>
                  <a:pt x="3886181" y="3301650"/>
                </a:lnTo>
                <a:lnTo>
                  <a:pt x="4029293" y="3301650"/>
                </a:lnTo>
                <a:lnTo>
                  <a:pt x="4029293" y="2804839"/>
                </a:lnTo>
                <a:lnTo>
                  <a:pt x="4366668" y="3301650"/>
                </a:lnTo>
                <a:lnTo>
                  <a:pt x="4516854" y="3301650"/>
                </a:lnTo>
                <a:lnTo>
                  <a:pt x="4516854" y="2569220"/>
                </a:lnTo>
                <a:lnTo>
                  <a:pt x="4373198" y="2569220"/>
                </a:lnTo>
                <a:lnTo>
                  <a:pt x="4373198" y="3062767"/>
                </a:lnTo>
                <a:lnTo>
                  <a:pt x="4036367" y="2569220"/>
                </a:lnTo>
                <a:close/>
                <a:moveTo>
                  <a:pt x="3276581" y="2569220"/>
                </a:moveTo>
                <a:lnTo>
                  <a:pt x="3276581" y="3301650"/>
                </a:lnTo>
                <a:lnTo>
                  <a:pt x="3768495" y="3301650"/>
                </a:lnTo>
                <a:lnTo>
                  <a:pt x="3768495" y="3174863"/>
                </a:lnTo>
                <a:lnTo>
                  <a:pt x="3429488" y="3174863"/>
                </a:lnTo>
                <a:lnTo>
                  <a:pt x="3429488" y="2988762"/>
                </a:lnTo>
                <a:lnTo>
                  <a:pt x="3736390" y="2988762"/>
                </a:lnTo>
                <a:lnTo>
                  <a:pt x="3736390" y="2866328"/>
                </a:lnTo>
                <a:lnTo>
                  <a:pt x="3429488" y="2866328"/>
                </a:lnTo>
                <a:lnTo>
                  <a:pt x="3429488" y="2696008"/>
                </a:lnTo>
                <a:lnTo>
                  <a:pt x="3768495" y="2696008"/>
                </a:lnTo>
                <a:lnTo>
                  <a:pt x="3768495" y="2569220"/>
                </a:lnTo>
                <a:close/>
                <a:moveTo>
                  <a:pt x="2228831" y="2569220"/>
                </a:moveTo>
                <a:lnTo>
                  <a:pt x="2381738" y="2569220"/>
                </a:lnTo>
                <a:lnTo>
                  <a:pt x="2381738" y="3301650"/>
                </a:lnTo>
                <a:lnTo>
                  <a:pt x="2228831" y="3301650"/>
                </a:lnTo>
                <a:close/>
                <a:moveTo>
                  <a:pt x="263370" y="2569220"/>
                </a:moveTo>
                <a:lnTo>
                  <a:pt x="423895" y="2569220"/>
                </a:lnTo>
                <a:lnTo>
                  <a:pt x="687809" y="3301650"/>
                </a:lnTo>
                <a:lnTo>
                  <a:pt x="527284" y="3301650"/>
                </a:lnTo>
                <a:lnTo>
                  <a:pt x="475045" y="3140581"/>
                </a:lnTo>
                <a:lnTo>
                  <a:pt x="210043" y="3140581"/>
                </a:lnTo>
                <a:lnTo>
                  <a:pt x="157260" y="3301650"/>
                </a:lnTo>
                <a:lnTo>
                  <a:pt x="0" y="3301650"/>
                </a:lnTo>
                <a:close/>
                <a:moveTo>
                  <a:pt x="1796862" y="2559426"/>
                </a:moveTo>
                <a:cubicBezTo>
                  <a:pt x="1852003" y="2559426"/>
                  <a:pt x="1902972" y="2569311"/>
                  <a:pt x="1949769" y="2589082"/>
                </a:cubicBezTo>
                <a:cubicBezTo>
                  <a:pt x="1996566" y="2608853"/>
                  <a:pt x="2034566" y="2638056"/>
                  <a:pt x="2063769" y="2676691"/>
                </a:cubicBezTo>
                <a:cubicBezTo>
                  <a:pt x="2092972" y="2715326"/>
                  <a:pt x="2109024" y="2762939"/>
                  <a:pt x="2111927" y="2819531"/>
                </a:cubicBezTo>
                <a:lnTo>
                  <a:pt x="1955210" y="2819531"/>
                </a:lnTo>
                <a:cubicBezTo>
                  <a:pt x="1951946" y="2789784"/>
                  <a:pt x="1943239" y="2765115"/>
                  <a:pt x="1929091" y="2745526"/>
                </a:cubicBezTo>
                <a:cubicBezTo>
                  <a:pt x="1914943" y="2725936"/>
                  <a:pt x="1896623" y="2711244"/>
                  <a:pt x="1874132" y="2701450"/>
                </a:cubicBezTo>
                <a:cubicBezTo>
                  <a:pt x="1851640" y="2691655"/>
                  <a:pt x="1825884" y="2686757"/>
                  <a:pt x="1796862" y="2686757"/>
                </a:cubicBezTo>
                <a:cubicBezTo>
                  <a:pt x="1751879" y="2686757"/>
                  <a:pt x="1715693" y="2698366"/>
                  <a:pt x="1688303" y="2721583"/>
                </a:cubicBezTo>
                <a:cubicBezTo>
                  <a:pt x="1660914" y="2744800"/>
                  <a:pt x="1640872" y="2775182"/>
                  <a:pt x="1628175" y="2812729"/>
                </a:cubicBezTo>
                <a:cubicBezTo>
                  <a:pt x="1615478" y="2850275"/>
                  <a:pt x="1609129" y="2891359"/>
                  <a:pt x="1609129" y="2935979"/>
                </a:cubicBezTo>
                <a:cubicBezTo>
                  <a:pt x="1609129" y="2980237"/>
                  <a:pt x="1615478" y="3021230"/>
                  <a:pt x="1628175" y="3058958"/>
                </a:cubicBezTo>
                <a:cubicBezTo>
                  <a:pt x="1640872" y="3096686"/>
                  <a:pt x="1660914" y="3126977"/>
                  <a:pt x="1688303" y="3149832"/>
                </a:cubicBezTo>
                <a:cubicBezTo>
                  <a:pt x="1715693" y="3172686"/>
                  <a:pt x="1751879" y="3184113"/>
                  <a:pt x="1796862" y="3184113"/>
                </a:cubicBezTo>
                <a:cubicBezTo>
                  <a:pt x="1844022" y="3184113"/>
                  <a:pt x="1881296" y="3171144"/>
                  <a:pt x="1908685" y="3145206"/>
                </a:cubicBezTo>
                <a:cubicBezTo>
                  <a:pt x="1936074" y="3119268"/>
                  <a:pt x="1951946" y="3082357"/>
                  <a:pt x="1956299" y="3034471"/>
                </a:cubicBezTo>
                <a:lnTo>
                  <a:pt x="2113015" y="3034471"/>
                </a:lnTo>
                <a:cubicBezTo>
                  <a:pt x="2108662" y="3094328"/>
                  <a:pt x="2093335" y="3144843"/>
                  <a:pt x="2067034" y="3186018"/>
                </a:cubicBezTo>
                <a:cubicBezTo>
                  <a:pt x="2040733" y="3227192"/>
                  <a:pt x="2004728" y="3258390"/>
                  <a:pt x="1959020" y="3279612"/>
                </a:cubicBezTo>
                <a:cubicBezTo>
                  <a:pt x="1913311" y="3300834"/>
                  <a:pt x="1859258" y="3311445"/>
                  <a:pt x="1796862" y="3311445"/>
                </a:cubicBezTo>
                <a:cubicBezTo>
                  <a:pt x="1725397" y="3311445"/>
                  <a:pt x="1663817" y="3295937"/>
                  <a:pt x="1612122" y="3264920"/>
                </a:cubicBezTo>
                <a:cubicBezTo>
                  <a:pt x="1560428" y="3233903"/>
                  <a:pt x="1520704" y="3190371"/>
                  <a:pt x="1492953" y="3134323"/>
                </a:cubicBezTo>
                <a:cubicBezTo>
                  <a:pt x="1465201" y="3078275"/>
                  <a:pt x="1451325" y="3012161"/>
                  <a:pt x="1451325" y="2935979"/>
                </a:cubicBezTo>
                <a:cubicBezTo>
                  <a:pt x="1451325" y="2859798"/>
                  <a:pt x="1465201" y="2793502"/>
                  <a:pt x="1492953" y="2737092"/>
                </a:cubicBezTo>
                <a:cubicBezTo>
                  <a:pt x="1520704" y="2680681"/>
                  <a:pt x="1560428" y="2636967"/>
                  <a:pt x="1612122" y="2605951"/>
                </a:cubicBezTo>
                <a:cubicBezTo>
                  <a:pt x="1663817" y="2574934"/>
                  <a:pt x="1725397" y="2559426"/>
                  <a:pt x="1796862" y="2559426"/>
                </a:cubicBezTo>
                <a:close/>
                <a:moveTo>
                  <a:pt x="1053912" y="2559426"/>
                </a:moveTo>
                <a:cubicBezTo>
                  <a:pt x="1109053" y="2559426"/>
                  <a:pt x="1160022" y="2569311"/>
                  <a:pt x="1206819" y="2589082"/>
                </a:cubicBezTo>
                <a:cubicBezTo>
                  <a:pt x="1253616" y="2608853"/>
                  <a:pt x="1291616" y="2638056"/>
                  <a:pt x="1320819" y="2676691"/>
                </a:cubicBezTo>
                <a:cubicBezTo>
                  <a:pt x="1350022" y="2715326"/>
                  <a:pt x="1366074" y="2762939"/>
                  <a:pt x="1368976" y="2819531"/>
                </a:cubicBezTo>
                <a:lnTo>
                  <a:pt x="1212261" y="2819531"/>
                </a:lnTo>
                <a:cubicBezTo>
                  <a:pt x="1208996" y="2789784"/>
                  <a:pt x="1200289" y="2765115"/>
                  <a:pt x="1186141" y="2745526"/>
                </a:cubicBezTo>
                <a:cubicBezTo>
                  <a:pt x="1171993" y="2725936"/>
                  <a:pt x="1153673" y="2711244"/>
                  <a:pt x="1131182" y="2701450"/>
                </a:cubicBezTo>
                <a:cubicBezTo>
                  <a:pt x="1108690" y="2691655"/>
                  <a:pt x="1082934" y="2686757"/>
                  <a:pt x="1053912" y="2686757"/>
                </a:cubicBezTo>
                <a:cubicBezTo>
                  <a:pt x="1008929" y="2686757"/>
                  <a:pt x="972743" y="2698366"/>
                  <a:pt x="945354" y="2721583"/>
                </a:cubicBezTo>
                <a:cubicBezTo>
                  <a:pt x="917965" y="2744800"/>
                  <a:pt x="897922" y="2775182"/>
                  <a:pt x="885225" y="2812729"/>
                </a:cubicBezTo>
                <a:cubicBezTo>
                  <a:pt x="872528" y="2850275"/>
                  <a:pt x="866179" y="2891359"/>
                  <a:pt x="866179" y="2935979"/>
                </a:cubicBezTo>
                <a:cubicBezTo>
                  <a:pt x="866179" y="2980237"/>
                  <a:pt x="872528" y="3021230"/>
                  <a:pt x="885225" y="3058958"/>
                </a:cubicBezTo>
                <a:cubicBezTo>
                  <a:pt x="897922" y="3096686"/>
                  <a:pt x="917965" y="3126977"/>
                  <a:pt x="945354" y="3149832"/>
                </a:cubicBezTo>
                <a:cubicBezTo>
                  <a:pt x="972743" y="3172686"/>
                  <a:pt x="1008929" y="3184113"/>
                  <a:pt x="1053912" y="3184113"/>
                </a:cubicBezTo>
                <a:cubicBezTo>
                  <a:pt x="1101072" y="3184113"/>
                  <a:pt x="1138346" y="3171144"/>
                  <a:pt x="1165736" y="3145206"/>
                </a:cubicBezTo>
                <a:cubicBezTo>
                  <a:pt x="1193125" y="3119268"/>
                  <a:pt x="1208996" y="3082357"/>
                  <a:pt x="1213349" y="3034471"/>
                </a:cubicBezTo>
                <a:lnTo>
                  <a:pt x="1370065" y="3034471"/>
                </a:lnTo>
                <a:cubicBezTo>
                  <a:pt x="1365712" y="3094328"/>
                  <a:pt x="1350385" y="3144843"/>
                  <a:pt x="1324084" y="3186018"/>
                </a:cubicBezTo>
                <a:cubicBezTo>
                  <a:pt x="1297783" y="3227192"/>
                  <a:pt x="1261779" y="3258390"/>
                  <a:pt x="1216070" y="3279612"/>
                </a:cubicBezTo>
                <a:cubicBezTo>
                  <a:pt x="1170361" y="3300834"/>
                  <a:pt x="1116308" y="3311445"/>
                  <a:pt x="1053912" y="3311445"/>
                </a:cubicBezTo>
                <a:cubicBezTo>
                  <a:pt x="982447" y="3311445"/>
                  <a:pt x="920867" y="3295937"/>
                  <a:pt x="869172" y="3264920"/>
                </a:cubicBezTo>
                <a:cubicBezTo>
                  <a:pt x="817478" y="3233903"/>
                  <a:pt x="777755" y="3190371"/>
                  <a:pt x="750003" y="3134323"/>
                </a:cubicBezTo>
                <a:cubicBezTo>
                  <a:pt x="722251" y="3078275"/>
                  <a:pt x="708375" y="3012161"/>
                  <a:pt x="708375" y="2935979"/>
                </a:cubicBezTo>
                <a:cubicBezTo>
                  <a:pt x="708375" y="2859798"/>
                  <a:pt x="722251" y="2793502"/>
                  <a:pt x="750003" y="2737092"/>
                </a:cubicBezTo>
                <a:cubicBezTo>
                  <a:pt x="777755" y="2680681"/>
                  <a:pt x="817478" y="2636967"/>
                  <a:pt x="869172" y="2605951"/>
                </a:cubicBezTo>
                <a:cubicBezTo>
                  <a:pt x="920867" y="2574934"/>
                  <a:pt x="982447" y="2559426"/>
                  <a:pt x="1053912" y="2559426"/>
                </a:cubicBezTo>
                <a:close/>
                <a:moveTo>
                  <a:pt x="2065594" y="0"/>
                </a:moveTo>
                <a:lnTo>
                  <a:pt x="8757942" y="0"/>
                </a:lnTo>
                <a:lnTo>
                  <a:pt x="8757942" y="6858000"/>
                </a:lnTo>
                <a:lnTo>
                  <a:pt x="2065594" y="6858000"/>
                </a:lnTo>
                <a:cubicBezTo>
                  <a:pt x="2501674" y="6118156"/>
                  <a:pt x="2692458" y="5432822"/>
                  <a:pt x="2741432" y="4779001"/>
                </a:cubicBezTo>
                <a:lnTo>
                  <a:pt x="2749289" y="4627102"/>
                </a:lnTo>
                <a:lnTo>
                  <a:pt x="2784153" y="4613658"/>
                </a:lnTo>
                <a:cubicBezTo>
                  <a:pt x="2831857" y="4586451"/>
                  <a:pt x="2868134" y="4548723"/>
                  <a:pt x="2892984" y="4500475"/>
                </a:cubicBezTo>
                <a:cubicBezTo>
                  <a:pt x="2917833" y="4452226"/>
                  <a:pt x="2930258" y="4396360"/>
                  <a:pt x="2930258" y="4332876"/>
                </a:cubicBezTo>
                <a:lnTo>
                  <a:pt x="2930258" y="4258327"/>
                </a:lnTo>
                <a:lnTo>
                  <a:pt x="2751171" y="4258327"/>
                </a:lnTo>
                <a:lnTo>
                  <a:pt x="2746968" y="4134834"/>
                </a:lnTo>
                <a:lnTo>
                  <a:pt x="2744053" y="4102134"/>
                </a:lnTo>
                <a:lnTo>
                  <a:pt x="2762659" y="4152761"/>
                </a:lnTo>
                <a:lnTo>
                  <a:pt x="2919375" y="4152761"/>
                </a:lnTo>
                <a:cubicBezTo>
                  <a:pt x="2915384" y="4109592"/>
                  <a:pt x="2903957" y="4072226"/>
                  <a:pt x="2885093" y="4040666"/>
                </a:cubicBezTo>
                <a:cubicBezTo>
                  <a:pt x="2866229" y="4009105"/>
                  <a:pt x="2842196" y="3983076"/>
                  <a:pt x="2812993" y="3962580"/>
                </a:cubicBezTo>
                <a:cubicBezTo>
                  <a:pt x="2798392" y="3952331"/>
                  <a:pt x="2783065" y="3943421"/>
                  <a:pt x="2767012" y="3935848"/>
                </a:cubicBezTo>
                <a:lnTo>
                  <a:pt x="2727931" y="3921325"/>
                </a:lnTo>
                <a:lnTo>
                  <a:pt x="2709493" y="3714536"/>
                </a:lnTo>
                <a:lnTo>
                  <a:pt x="2647313" y="3301650"/>
                </a:lnTo>
                <a:lnTo>
                  <a:pt x="2785844" y="3301650"/>
                </a:lnTo>
                <a:cubicBezTo>
                  <a:pt x="2863839" y="3301650"/>
                  <a:pt x="2930679" y="3287412"/>
                  <a:pt x="2986364" y="3258934"/>
                </a:cubicBezTo>
                <a:cubicBezTo>
                  <a:pt x="3042049" y="3230457"/>
                  <a:pt x="3084856" y="3188829"/>
                  <a:pt x="3114784" y="3134051"/>
                </a:cubicBezTo>
                <a:cubicBezTo>
                  <a:pt x="3144712" y="3079273"/>
                  <a:pt x="3159677" y="3012524"/>
                  <a:pt x="3159677" y="2933803"/>
                </a:cubicBezTo>
                <a:cubicBezTo>
                  <a:pt x="3159677" y="2857621"/>
                  <a:pt x="3144894" y="2792323"/>
                  <a:pt x="3115328" y="2737908"/>
                </a:cubicBezTo>
                <a:cubicBezTo>
                  <a:pt x="3085762" y="2683493"/>
                  <a:pt x="3043137" y="2641774"/>
                  <a:pt x="2987452" y="2612753"/>
                </a:cubicBezTo>
                <a:cubicBezTo>
                  <a:pt x="2931767" y="2583731"/>
                  <a:pt x="2864746" y="2569220"/>
                  <a:pt x="2786388" y="2569220"/>
                </a:cubicBezTo>
                <a:lnTo>
                  <a:pt x="2524106" y="2569220"/>
                </a:lnTo>
                <a:lnTo>
                  <a:pt x="2524106" y="2701388"/>
                </a:lnTo>
                <a:lnTo>
                  <a:pt x="2474419" y="2480900"/>
                </a:lnTo>
                <a:cubicBezTo>
                  <a:pt x="2283634" y="1666047"/>
                  <a:pt x="2065594" y="857250"/>
                  <a:pt x="2065594" y="0"/>
                </a:cubicBezTo>
                <a:close/>
              </a:path>
            </a:pathLst>
          </a:custGeom>
          <a:solidFill>
            <a:srgbClr val="738969"/>
          </a:solidFill>
          <a:ln>
            <a:noFill/>
          </a:ln>
          <a:effectLst>
            <a:outerShdw blurRad="50800" dist="38100" algn="l" rotWithShape="0">
              <a:prstClr val="black">
                <a:alpha val="40000"/>
              </a:prstClr>
            </a:outerShdw>
          </a:effectLst>
          <a:scene3d>
            <a:camera prst="orthographicFront">
              <a:rot lat="0" lon="0" rev="0"/>
            </a:camera>
            <a:lightRig rig="balanced" dir="t">
              <a:rot lat="0" lon="0" rev="8700000"/>
            </a:lightRig>
          </a:scene3d>
          <a:sp3d>
            <a:bevelT w="190500" h="38100"/>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8800" b="1" dirty="0">
              <a:solidFill>
                <a:srgbClr val="738969"/>
              </a:solidFill>
              <a:effectLst>
                <a:outerShdw blurRad="50800" dist="38100" algn="l" rotWithShape="0">
                  <a:prstClr val="black">
                    <a:alpha val="40000"/>
                  </a:prstClr>
                </a:outerShdw>
              </a:effectLst>
              <a:latin typeface="Aptos Display" panose="020B0004020202020204" pitchFamily="34" charset="0"/>
            </a:endParaRPr>
          </a:p>
        </p:txBody>
      </p:sp>
    </p:spTree>
    <p:extLst>
      <p:ext uri="{BB962C8B-B14F-4D97-AF65-F5344CB8AC3E}">
        <p14:creationId xmlns:p14="http://schemas.microsoft.com/office/powerpoint/2010/main" val="151268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6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6591" y="0"/>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0"/>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67350" y="3219450"/>
            <a:ext cx="184731" cy="369332"/>
          </a:xfrm>
          <a:prstGeom prst="rect">
            <a:avLst/>
          </a:prstGeom>
          <a:noFill/>
        </p:spPr>
        <p:txBody>
          <a:bodyPr wrap="none" rtlCol="0">
            <a:spAutoFit/>
          </a:bodyPr>
          <a:lstStyle/>
          <a:p>
            <a:endParaRPr lang="en-US" dirty="0"/>
          </a:p>
        </p:txBody>
      </p:sp>
      <p:sp>
        <p:nvSpPr>
          <p:cNvPr id="18" name="TextBox 17">
            <a:extLst>
              <a:ext uri="{FF2B5EF4-FFF2-40B4-BE49-F238E27FC236}">
                <a16:creationId xmlns:a16="http://schemas.microsoft.com/office/drawing/2014/main" id="{43C9A403-C902-CB3A-7CAF-432FA31B2778}"/>
              </a:ext>
            </a:extLst>
          </p:cNvPr>
          <p:cNvSpPr txBox="1"/>
          <p:nvPr/>
        </p:nvSpPr>
        <p:spPr>
          <a:xfrm>
            <a:off x="536284" y="681498"/>
            <a:ext cx="5023431" cy="1200329"/>
          </a:xfrm>
          <a:prstGeom prst="rect">
            <a:avLst/>
          </a:prstGeom>
          <a:noFill/>
        </p:spPr>
        <p:txBody>
          <a:bodyPr wrap="square" rtlCol="0">
            <a:spAutoFit/>
          </a:bodyPr>
          <a:lstStyle/>
          <a:p>
            <a:r>
              <a:rPr lang="en-US" sz="7200" dirty="0">
                <a:solidFill>
                  <a:schemeClr val="bg1"/>
                </a:solidFill>
                <a:latin typeface="Arial Black" panose="020B0A04020102020204" pitchFamily="34" charset="0"/>
              </a:rPr>
              <a:t>Our Team</a:t>
            </a:r>
          </a:p>
        </p:txBody>
      </p:sp>
      <p:graphicFrame>
        <p:nvGraphicFramePr>
          <p:cNvPr id="13" name="Diagram 12">
            <a:extLst>
              <a:ext uri="{FF2B5EF4-FFF2-40B4-BE49-F238E27FC236}">
                <a16:creationId xmlns:a16="http://schemas.microsoft.com/office/drawing/2014/main" id="{D59354FB-0EBD-FA13-EA21-B7BB61D23ACC}"/>
              </a:ext>
            </a:extLst>
          </p:cNvPr>
          <p:cNvGraphicFramePr/>
          <p:nvPr>
            <p:extLst>
              <p:ext uri="{D42A27DB-BD31-4B8C-83A1-F6EECF244321}">
                <p14:modId xmlns:p14="http://schemas.microsoft.com/office/powerpoint/2010/main" val="1469556011"/>
              </p:ext>
            </p:extLst>
          </p:nvPr>
        </p:nvGraphicFramePr>
        <p:xfrm>
          <a:off x="670036" y="1538197"/>
          <a:ext cx="11239856" cy="37318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70314212"/>
      </p:ext>
    </p:extLst>
  </p:cSld>
  <p:clrMapOvr>
    <a:masterClrMapping/>
  </p:clrMapOvr>
  <mc:AlternateContent xmlns:mc="http://schemas.openxmlformats.org/markup-compatibility/2006" xmlns:p14="http://schemas.microsoft.com/office/powerpoint/2010/main">
    <mc:Choice Requires="p14">
      <p:transition spd="slow" p14:dur="1500" advClick="0" advTm="3000">
        <p14:shred/>
      </p:transition>
    </mc:Choice>
    <mc:Fallback xmlns="">
      <p:transition spd="slow" advClick="0" advTm="3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59724" y="854957"/>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Maryam Gamal: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15544329"/>
              </p:ext>
            </p:extLst>
          </p:nvPr>
        </p:nvGraphicFramePr>
        <p:xfrm>
          <a:off x="759724" y="1371122"/>
          <a:ext cx="10777309" cy="43909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945428326"/>
      </p:ext>
    </p:extLst>
  </p:cSld>
  <p:clrMapOvr>
    <a:masterClrMapping/>
  </p:clrMapOvr>
  <p:transition spd="slow" advClick="0" advTm="3000">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81461"/>
            <a:ext cx="11222393" cy="2062103"/>
          </a:xfrm>
          <a:prstGeom prst="rect">
            <a:avLst/>
          </a:prstGeom>
          <a:noFill/>
        </p:spPr>
        <p:txBody>
          <a:bodyPr wrap="square" rtlCol="0">
            <a:spAutoFit/>
          </a:bodyPr>
          <a:lstStyle/>
          <a:p>
            <a:r>
              <a:rPr lang="en-US" sz="4800" dirty="0">
                <a:solidFill>
                  <a:schemeClr val="bg1"/>
                </a:solidFill>
                <a:latin typeface="Arial Black" panose="020B0A04020102020204" pitchFamily="34" charset="0"/>
              </a:rPr>
              <a:t>Yousef Hossam: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698954213"/>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35238834"/>
      </p:ext>
    </p:extLst>
  </p:cSld>
  <p:clrMapOvr>
    <a:masterClrMapping/>
  </p:clrMapOvr>
  <p:transition spd="slow" advClick="0" advTm="3000">
    <p:wipe dir="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75149"/>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Rahma</a:t>
            </a:r>
            <a:r>
              <a:rPr lang="en-US" sz="4800" dirty="0">
                <a:solidFill>
                  <a:schemeClr val="bg1"/>
                </a:solidFill>
                <a:latin typeface="Arial Black" panose="020B0A04020102020204" pitchFamily="34" charset="0"/>
              </a:rPr>
              <a:t> Atia: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3235755678"/>
              </p:ext>
            </p:extLst>
          </p:nvPr>
        </p:nvGraphicFramePr>
        <p:xfrm>
          <a:off x="776434" y="1548567"/>
          <a:ext cx="10777309" cy="474436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26550916"/>
      </p:ext>
    </p:extLst>
  </p:cSld>
  <p:clrMapOvr>
    <a:masterClrMapping/>
  </p:clrMapOvr>
  <p:transition spd="slow" advClick="0" advTm="3000">
    <p:wipe dir="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alpha val="70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9B4DD7-3D84-5856-3FAC-5EBDF23790B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6400"/>
                    </a14:imgEffect>
                    <a14:imgEffect>
                      <a14:saturation sat="92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22163"/>
            <a:ext cx="12192000" cy="6966858"/>
          </a:xfrm>
          <a:prstGeom prst="rect">
            <a:avLst/>
          </a:prstGeom>
          <a:solidFill>
            <a:schemeClr val="tx1">
              <a:alpha val="10000"/>
            </a:schemeClr>
          </a:solidFill>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4">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3182" y="-54429"/>
            <a:ext cx="12208591" cy="6966858"/>
          </a:xfrm>
          <a:prstGeom prst="rect">
            <a:avLst/>
          </a:prstGeom>
          <a:solidFill>
            <a:schemeClr val="tx1">
              <a:alpha val="54000"/>
            </a:schemeClr>
          </a:solidFill>
        </p:spPr>
      </p:pic>
      <p:sp>
        <p:nvSpPr>
          <p:cNvPr id="17" name="TextBox 16">
            <a:extLst>
              <a:ext uri="{FF2B5EF4-FFF2-40B4-BE49-F238E27FC236}">
                <a16:creationId xmlns:a16="http://schemas.microsoft.com/office/drawing/2014/main" id="{7A15C242-2C87-52E5-73C9-0E95CA669BA6}"/>
              </a:ext>
            </a:extLst>
          </p:cNvPr>
          <p:cNvSpPr txBox="1"/>
          <p:nvPr/>
        </p:nvSpPr>
        <p:spPr>
          <a:xfrm>
            <a:off x="5450759" y="3197287"/>
            <a:ext cx="184731" cy="369332"/>
          </a:xfrm>
          <a:prstGeom prst="rect">
            <a:avLst/>
          </a:prstGeom>
          <a:noFill/>
        </p:spPr>
        <p:txBody>
          <a:bodyPr wrap="none" rtlCol="0">
            <a:spAutoFit/>
          </a:bodyPr>
          <a:lstStyle/>
          <a:p>
            <a:endParaRPr lang="en-US" dirty="0"/>
          </a:p>
        </p:txBody>
      </p:sp>
      <p:sp>
        <p:nvSpPr>
          <p:cNvPr id="19" name="TextBox 18">
            <a:extLst>
              <a:ext uri="{FF2B5EF4-FFF2-40B4-BE49-F238E27FC236}">
                <a16:creationId xmlns:a16="http://schemas.microsoft.com/office/drawing/2014/main" id="{50777D83-F8AD-D53D-5B82-4D1ECBF971D0}"/>
              </a:ext>
            </a:extLst>
          </p:cNvPr>
          <p:cNvSpPr txBox="1"/>
          <p:nvPr/>
        </p:nvSpPr>
        <p:spPr>
          <a:xfrm>
            <a:off x="776434" y="861008"/>
            <a:ext cx="11222393" cy="2062103"/>
          </a:xfrm>
          <a:prstGeom prst="rect">
            <a:avLst/>
          </a:prstGeom>
          <a:noFill/>
        </p:spPr>
        <p:txBody>
          <a:bodyPr wrap="square" rtlCol="0">
            <a:spAutoFit/>
          </a:bodyPr>
          <a:lstStyle/>
          <a:p>
            <a:r>
              <a:rPr lang="en-US" sz="4800" dirty="0" err="1">
                <a:solidFill>
                  <a:schemeClr val="bg1"/>
                </a:solidFill>
                <a:latin typeface="Arial Black" panose="020B0A04020102020204" pitchFamily="34" charset="0"/>
              </a:rPr>
              <a:t>Feras</a:t>
            </a:r>
            <a:r>
              <a:rPr lang="en-US" sz="4800" dirty="0">
                <a:solidFill>
                  <a:schemeClr val="bg1"/>
                </a:solidFill>
                <a:latin typeface="Arial Black" panose="020B0A04020102020204" pitchFamily="34" charset="0"/>
              </a:rPr>
              <a:t> Khalil : </a:t>
            </a:r>
            <a:endParaRPr lang="ar-EG" sz="48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a:p>
            <a:endParaRPr lang="en-US" sz="4000" dirty="0">
              <a:solidFill>
                <a:schemeClr val="bg1"/>
              </a:solidFill>
              <a:latin typeface="Arial Black" panose="020B0A04020102020204" pitchFamily="34" charset="0"/>
            </a:endParaRPr>
          </a:p>
        </p:txBody>
      </p:sp>
      <p:graphicFrame>
        <p:nvGraphicFramePr>
          <p:cNvPr id="5" name="Diagram 4">
            <a:extLst>
              <a:ext uri="{FF2B5EF4-FFF2-40B4-BE49-F238E27FC236}">
                <a16:creationId xmlns:a16="http://schemas.microsoft.com/office/drawing/2014/main" id="{CCEB3D63-70B7-F3EC-B99E-C02B05F74124}"/>
              </a:ext>
            </a:extLst>
          </p:cNvPr>
          <p:cNvGraphicFramePr/>
          <p:nvPr>
            <p:extLst>
              <p:ext uri="{D42A27DB-BD31-4B8C-83A1-F6EECF244321}">
                <p14:modId xmlns:p14="http://schemas.microsoft.com/office/powerpoint/2010/main" val="1207959367"/>
              </p:ext>
            </p:extLst>
          </p:nvPr>
        </p:nvGraphicFramePr>
        <p:xfrm>
          <a:off x="776434" y="1364697"/>
          <a:ext cx="10777309" cy="3745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702649376"/>
      </p:ext>
    </p:extLst>
  </p:cSld>
  <p:clrMapOvr>
    <a:masterClrMapping/>
  </p:clrMapOvr>
  <p:transition spd="slow" advClick="0" advTm="3000">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22F18"/>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B95CE88-72DA-8168-758E-07F1A25CF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149331" cy="7046041"/>
          </a:xfrm>
          <a:prstGeom prst="rect">
            <a:avLst/>
          </a:prstGeom>
        </p:spPr>
      </p:pic>
      <p:pic>
        <p:nvPicPr>
          <p:cNvPr id="10" name="Picture 9">
            <a:extLst>
              <a:ext uri="{FF2B5EF4-FFF2-40B4-BE49-F238E27FC236}">
                <a16:creationId xmlns:a16="http://schemas.microsoft.com/office/drawing/2014/main" id="{B5BA0F3F-855D-E340-733A-72AD649DEB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225" y="-1"/>
            <a:ext cx="5430002" cy="7046041"/>
          </a:xfrm>
          <a:prstGeom prst="rect">
            <a:avLst/>
          </a:prstGeom>
        </p:spPr>
      </p:pic>
      <p:pic>
        <p:nvPicPr>
          <p:cNvPr id="14" name="Picture 13">
            <a:extLst>
              <a:ext uri="{FF2B5EF4-FFF2-40B4-BE49-F238E27FC236}">
                <a16:creationId xmlns:a16="http://schemas.microsoft.com/office/drawing/2014/main" id="{57043D89-2669-7931-3BB8-00E0B6F6345D}"/>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0" y="79183"/>
            <a:ext cx="12509228" cy="6966858"/>
          </a:xfrm>
          <a:prstGeom prst="rect">
            <a:avLst/>
          </a:prstGeom>
          <a:solidFill>
            <a:schemeClr val="tx1">
              <a:alpha val="70000"/>
            </a:schemeClr>
          </a:solidFill>
        </p:spPr>
      </p:pic>
      <p:pic>
        <p:nvPicPr>
          <p:cNvPr id="16" name="Picture 15">
            <a:extLst>
              <a:ext uri="{FF2B5EF4-FFF2-40B4-BE49-F238E27FC236}">
                <a16:creationId xmlns:a16="http://schemas.microsoft.com/office/drawing/2014/main" id="{E5273740-A0A9-F2C2-E614-7677E5D89B5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61" b="89844" l="1855" r="97852"/>
                    </a14:imgEffect>
                  </a14:imgLayer>
                </a14:imgProps>
              </a:ext>
              <a:ext uri="{28A0092B-C50C-407E-A947-70E740481C1C}">
                <a14:useLocalDpi xmlns:a14="http://schemas.microsoft.com/office/drawing/2010/main" val="0"/>
              </a:ext>
            </a:extLst>
          </a:blip>
          <a:stretch>
            <a:fillRect/>
          </a:stretch>
        </p:blipFill>
        <p:spPr>
          <a:xfrm flipH="1">
            <a:off x="0" y="-4014847"/>
            <a:ext cx="4748980" cy="4748980"/>
          </a:xfrm>
          <a:prstGeom prst="rect">
            <a:avLst/>
          </a:prstGeom>
        </p:spPr>
      </p:pic>
      <p:sp>
        <p:nvSpPr>
          <p:cNvPr id="2" name="TextBox 1">
            <a:extLst>
              <a:ext uri="{FF2B5EF4-FFF2-40B4-BE49-F238E27FC236}">
                <a16:creationId xmlns:a16="http://schemas.microsoft.com/office/drawing/2014/main" id="{BA6B7076-58C8-5D6E-43E8-C81D110AE9D7}"/>
              </a:ext>
            </a:extLst>
          </p:cNvPr>
          <p:cNvSpPr txBox="1"/>
          <p:nvPr/>
        </p:nvSpPr>
        <p:spPr>
          <a:xfrm>
            <a:off x="5194027" y="734133"/>
            <a:ext cx="4328749"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Introduction</a:t>
            </a:r>
          </a:p>
        </p:txBody>
      </p:sp>
      <p:sp>
        <p:nvSpPr>
          <p:cNvPr id="3" name="TextBox 2">
            <a:extLst>
              <a:ext uri="{FF2B5EF4-FFF2-40B4-BE49-F238E27FC236}">
                <a16:creationId xmlns:a16="http://schemas.microsoft.com/office/drawing/2014/main" id="{22022C99-48F6-C5F7-1978-EEB945C57AC7}"/>
              </a:ext>
            </a:extLst>
          </p:cNvPr>
          <p:cNvSpPr txBox="1"/>
          <p:nvPr/>
        </p:nvSpPr>
        <p:spPr>
          <a:xfrm>
            <a:off x="5194027" y="1890604"/>
            <a:ext cx="7315200" cy="4031873"/>
          </a:xfrm>
          <a:prstGeom prst="rect">
            <a:avLst/>
          </a:prstGeom>
          <a:noFill/>
        </p:spPr>
        <p:txBody>
          <a:bodyPr wrap="square" rtlCol="0">
            <a:spAutoFit/>
          </a:bodyPr>
          <a:lstStyle/>
          <a:p>
            <a:r>
              <a:rPr lang="en-US" sz="3200" dirty="0">
                <a:solidFill>
                  <a:schemeClr val="bg1"/>
                </a:solidFill>
                <a:latin typeface="Arial" panose="020B0604020202020204" pitchFamily="34" charset="0"/>
                <a:cs typeface="Arial" panose="020B0604020202020204" pitchFamily="34" charset="0"/>
              </a:rPr>
              <a:t>Our project aims to analyze road accident data to identify patterns of injuries, high-risk age groups, and dangerous road segments. By transforming this data into actionable insights, we seek to support decision-making processes that enhance road safety and help reduce accident rates</a:t>
            </a:r>
          </a:p>
        </p:txBody>
      </p:sp>
    </p:spTree>
    <p:extLst>
      <p:ext uri="{BB962C8B-B14F-4D97-AF65-F5344CB8AC3E}">
        <p14:creationId xmlns:p14="http://schemas.microsoft.com/office/powerpoint/2010/main" val="42526852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0.00586 3.7037E-7 L 0.01836 0.73912 " pathEditMode="relative" rAng="0" ptsTypes="AA">
                                      <p:cBhvr>
                                        <p:cTn id="6" dur="750" fill="hold"/>
                                        <p:tgtEl>
                                          <p:spTgt spid="16"/>
                                        </p:tgtEl>
                                        <p:attrNameLst>
                                          <p:attrName>ppt_x</p:attrName>
                                          <p:attrName>ppt_y</p:attrName>
                                        </p:attrNameLst>
                                      </p:cBhvr>
                                      <p:rCtr x="1211" y="36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1F1B"/>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38345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758734" y="1853100"/>
            <a:ext cx="5751871"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0968654" y="898418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603315820"/>
      </p:ext>
    </p:extLst>
  </p:cSld>
  <p:clrMapOvr>
    <a:masterClrMapping/>
  </p:clrMapOvr>
  <mc:AlternateContent xmlns:mc="http://schemas.openxmlformats.org/markup-compatibility/2006" xmlns:p14="http://schemas.microsoft.com/office/powerpoint/2010/main">
    <mc:Choice Requires="p14">
      <p:transition spd="slow" p14:dur="1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4.16667E-6 2.59259E-6 L -4.16667E-6 -0.25 " pathEditMode="relative" rAng="0" ptsTypes="AA">
                                      <p:cBhvr>
                                        <p:cTn id="6" dur="2000" fill="hold"/>
                                        <p:tgtEl>
                                          <p:spTgt spid="26"/>
                                        </p:tgtEl>
                                        <p:attrNameLst>
                                          <p:attrName>ppt_x</p:attrName>
                                          <p:attrName>ppt_y</p:attrName>
                                        </p:attrNameLst>
                                      </p:cBhvr>
                                      <p:rCtr x="0" y="-12500"/>
                                    </p:animMotion>
                                  </p:childTnLst>
                                </p:cTn>
                              </p:par>
                              <p:par>
                                <p:cTn id="7" presetID="63" presetClass="path" presetSubtype="0" accel="50000" decel="50000" fill="hold" grpId="0" nodeType="withEffect">
                                  <p:stCondLst>
                                    <p:cond delay="0"/>
                                  </p:stCondLst>
                                  <p:childTnLst>
                                    <p:animMotion origin="layout" path="M -5E-6 1.48148E-6 L 0.49505 -0.00347 " pathEditMode="relative" rAng="0" ptsTypes="AA">
                                      <p:cBhvr>
                                        <p:cTn id="8" dur="1000" fill="hold"/>
                                        <p:tgtEl>
                                          <p:spTgt spid="39"/>
                                        </p:tgtEl>
                                        <p:attrNameLst>
                                          <p:attrName>ppt_x</p:attrName>
                                          <p:attrName>ppt_y</p:attrName>
                                        </p:attrNameLst>
                                      </p:cBhvr>
                                      <p:rCtr x="237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3201E"/>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291336" y="2186855"/>
            <a:ext cx="4630993" cy="2862322"/>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245569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4.16667E-7 3.7037E-6 L 0.47174 -0.0257 " pathEditMode="relative" rAng="0" ptsTypes="AA">
                                      <p:cBhvr>
                                        <p:cTn id="8" dur="750" fill="hold"/>
                                        <p:tgtEl>
                                          <p:spTgt spid="41"/>
                                        </p:tgtEl>
                                        <p:attrNameLst>
                                          <p:attrName>ppt_x</p:attrName>
                                          <p:attrName>ppt_y</p:attrName>
                                        </p:attrNameLst>
                                      </p:cBhvr>
                                      <p:rCtr x="23594" y="-12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0" y="-1999344"/>
            <a:ext cx="12192000" cy="8857344"/>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370251" y="6999028"/>
            <a:ext cx="5181814"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6701323" y="2186855"/>
            <a:ext cx="4860985" cy="3416320"/>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599618" y="-6141557"/>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82692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0599 -0.01204 L 0.57773 -0.02593 " pathEditMode="relative" rAng="0" ptsTypes="AA">
                                      <p:cBhvr>
                                        <p:cTn id="8" dur="750" fill="hold"/>
                                        <p:tgtEl>
                                          <p:spTgt spid="40"/>
                                        </p:tgtEl>
                                        <p:attrNameLst>
                                          <p:attrName>ppt_x</p:attrName>
                                          <p:attrName>ppt_y</p:attrName>
                                        </p:attrNameLst>
                                      </p:cBhvr>
                                      <p:rCtr x="23594" y="-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6B045B9-518A-F702-88C5-758D5CC51B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2065" y="-2053588"/>
            <a:ext cx="6639935" cy="8672052"/>
          </a:xfrm>
          <a:prstGeom prst="rect">
            <a:avLst/>
          </a:prstGeom>
        </p:spPr>
      </p:pic>
      <p:sp>
        <p:nvSpPr>
          <p:cNvPr id="19" name="Freeform: Shape 18">
            <a:extLst>
              <a:ext uri="{FF2B5EF4-FFF2-40B4-BE49-F238E27FC236}">
                <a16:creationId xmlns:a16="http://schemas.microsoft.com/office/drawing/2014/main" id="{B47F0DE6-3B80-766F-042A-168EDDBA8C8E}"/>
              </a:ext>
            </a:extLst>
          </p:cNvPr>
          <p:cNvSpPr/>
          <p:nvPr/>
        </p:nvSpPr>
        <p:spPr>
          <a:xfrm>
            <a:off x="-99903" y="-2053588"/>
            <a:ext cx="12291903" cy="8911588"/>
          </a:xfrm>
          <a:custGeom>
            <a:avLst/>
            <a:gdLst>
              <a:gd name="connsiteX0" fmla="*/ 0 w 12192000"/>
              <a:gd name="connsiteY0" fmla="*/ 1999344 h 8857344"/>
              <a:gd name="connsiteX1" fmla="*/ 5762171 w 12192000"/>
              <a:gd name="connsiteY1" fmla="*/ 1999344 h 8857344"/>
              <a:gd name="connsiteX2" fmla="*/ 5762171 w 12192000"/>
              <a:gd name="connsiteY2" fmla="*/ 4209145 h 8857344"/>
              <a:gd name="connsiteX3" fmla="*/ 6705598 w 12192000"/>
              <a:gd name="connsiteY3" fmla="*/ 5152572 h 8857344"/>
              <a:gd name="connsiteX4" fmla="*/ 6705597 w 12192000"/>
              <a:gd name="connsiteY4" fmla="*/ 5152573 h 8857344"/>
              <a:gd name="connsiteX5" fmla="*/ 7649024 w 12192000"/>
              <a:gd name="connsiteY5" fmla="*/ 4209146 h 8857344"/>
              <a:gd name="connsiteX6" fmla="*/ 7649024 w 12192000"/>
              <a:gd name="connsiteY6" fmla="*/ 1999344 h 8857344"/>
              <a:gd name="connsiteX7" fmla="*/ 7961086 w 12192000"/>
              <a:gd name="connsiteY7" fmla="*/ 1999344 h 8857344"/>
              <a:gd name="connsiteX8" fmla="*/ 7961086 w 12192000"/>
              <a:gd name="connsiteY8" fmla="*/ 6047016 h 8857344"/>
              <a:gd name="connsiteX9" fmla="*/ 8904513 w 12192000"/>
              <a:gd name="connsiteY9" fmla="*/ 6990443 h 8857344"/>
              <a:gd name="connsiteX10" fmla="*/ 8904512 w 12192000"/>
              <a:gd name="connsiteY10" fmla="*/ 6990444 h 8857344"/>
              <a:gd name="connsiteX11" fmla="*/ 9847939 w 12192000"/>
              <a:gd name="connsiteY11" fmla="*/ 6047017 h 8857344"/>
              <a:gd name="connsiteX12" fmla="*/ 9847940 w 12192000"/>
              <a:gd name="connsiteY12" fmla="*/ 1999344 h 8857344"/>
              <a:gd name="connsiteX13" fmla="*/ 10197867 w 12192000"/>
              <a:gd name="connsiteY13" fmla="*/ 1999344 h 8857344"/>
              <a:gd name="connsiteX14" fmla="*/ 10179169 w 12192000"/>
              <a:gd name="connsiteY14" fmla="*/ 2059579 h 8857344"/>
              <a:gd name="connsiteX15" fmla="*/ 10160002 w 12192000"/>
              <a:gd name="connsiteY15" fmla="*/ 2249712 h 8857344"/>
              <a:gd name="connsiteX16" fmla="*/ 10160002 w 12192000"/>
              <a:gd name="connsiteY16" fmla="*/ 5515430 h 8857344"/>
              <a:gd name="connsiteX17" fmla="*/ 11103429 w 12192000"/>
              <a:gd name="connsiteY17" fmla="*/ 6458857 h 8857344"/>
              <a:gd name="connsiteX18" fmla="*/ 11103428 w 12192000"/>
              <a:gd name="connsiteY18" fmla="*/ 6458858 h 8857344"/>
              <a:gd name="connsiteX19" fmla="*/ 12046855 w 12192000"/>
              <a:gd name="connsiteY19" fmla="*/ 5515431 h 8857344"/>
              <a:gd name="connsiteX20" fmla="*/ 12046856 w 12192000"/>
              <a:gd name="connsiteY20" fmla="*/ 2249712 h 8857344"/>
              <a:gd name="connsiteX21" fmla="*/ 12027689 w 12192000"/>
              <a:gd name="connsiteY21" fmla="*/ 2059579 h 8857344"/>
              <a:gd name="connsiteX22" fmla="*/ 12008991 w 12192000"/>
              <a:gd name="connsiteY22" fmla="*/ 1999344 h 8857344"/>
              <a:gd name="connsiteX23" fmla="*/ 12192000 w 12192000"/>
              <a:gd name="connsiteY23" fmla="*/ 1999344 h 8857344"/>
              <a:gd name="connsiteX24" fmla="*/ 12192000 w 12192000"/>
              <a:gd name="connsiteY24" fmla="*/ 8857344 h 8857344"/>
              <a:gd name="connsiteX25" fmla="*/ 0 w 12192000"/>
              <a:gd name="connsiteY25" fmla="*/ 8857344 h 8857344"/>
              <a:gd name="connsiteX26" fmla="*/ 11103429 w 12192000"/>
              <a:gd name="connsiteY26" fmla="*/ 1306285 h 8857344"/>
              <a:gd name="connsiteX27" fmla="*/ 11972717 w 12192000"/>
              <a:gd name="connsiteY27" fmla="*/ 1882488 h 8857344"/>
              <a:gd name="connsiteX28" fmla="*/ 12008991 w 12192000"/>
              <a:gd name="connsiteY28" fmla="*/ 1999344 h 8857344"/>
              <a:gd name="connsiteX29" fmla="*/ 10197867 w 12192000"/>
              <a:gd name="connsiteY29" fmla="*/ 1999344 h 8857344"/>
              <a:gd name="connsiteX30" fmla="*/ 10234141 w 12192000"/>
              <a:gd name="connsiteY30" fmla="*/ 1882488 h 8857344"/>
              <a:gd name="connsiteX31" fmla="*/ 11103429 w 12192000"/>
              <a:gd name="connsiteY31" fmla="*/ 1306285 h 8857344"/>
              <a:gd name="connsiteX32" fmla="*/ 8904513 w 12192000"/>
              <a:gd name="connsiteY32" fmla="*/ 774698 h 8857344"/>
              <a:gd name="connsiteX33" fmla="*/ 9847940 w 12192000"/>
              <a:gd name="connsiteY33" fmla="*/ 1718125 h 8857344"/>
              <a:gd name="connsiteX34" fmla="*/ 9847940 w 12192000"/>
              <a:gd name="connsiteY34" fmla="*/ 1999344 h 8857344"/>
              <a:gd name="connsiteX35" fmla="*/ 7961086 w 12192000"/>
              <a:gd name="connsiteY35" fmla="*/ 1999344 h 8857344"/>
              <a:gd name="connsiteX36" fmla="*/ 7961086 w 12192000"/>
              <a:gd name="connsiteY36" fmla="*/ 1718125 h 8857344"/>
              <a:gd name="connsiteX37" fmla="*/ 8904513 w 12192000"/>
              <a:gd name="connsiteY37" fmla="*/ 774698 h 8857344"/>
              <a:gd name="connsiteX38" fmla="*/ 6705598 w 12192000"/>
              <a:gd name="connsiteY38" fmla="*/ 0 h 8857344"/>
              <a:gd name="connsiteX39" fmla="*/ 7649025 w 12192000"/>
              <a:gd name="connsiteY39" fmla="*/ 943427 h 8857344"/>
              <a:gd name="connsiteX40" fmla="*/ 7649024 w 12192000"/>
              <a:gd name="connsiteY40" fmla="*/ 1999344 h 8857344"/>
              <a:gd name="connsiteX41" fmla="*/ 5762171 w 12192000"/>
              <a:gd name="connsiteY41" fmla="*/ 1999344 h 8857344"/>
              <a:gd name="connsiteX42" fmla="*/ 5762171 w 12192000"/>
              <a:gd name="connsiteY42" fmla="*/ 943427 h 8857344"/>
              <a:gd name="connsiteX43" fmla="*/ 6705598 w 12192000"/>
              <a:gd name="connsiteY43" fmla="*/ 0 h 885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0" h="8857344">
                <a:moveTo>
                  <a:pt x="0" y="1999344"/>
                </a:moveTo>
                <a:lnTo>
                  <a:pt x="5762171" y="1999344"/>
                </a:lnTo>
                <a:lnTo>
                  <a:pt x="5762171" y="4209145"/>
                </a:lnTo>
                <a:cubicBezTo>
                  <a:pt x="5762171" y="4730185"/>
                  <a:pt x="6184558" y="5152572"/>
                  <a:pt x="6705598" y="5152572"/>
                </a:cubicBezTo>
                <a:lnTo>
                  <a:pt x="6705597" y="5152573"/>
                </a:lnTo>
                <a:cubicBezTo>
                  <a:pt x="7226637" y="5152573"/>
                  <a:pt x="7649024" y="4730186"/>
                  <a:pt x="7649024" y="4209146"/>
                </a:cubicBezTo>
                <a:lnTo>
                  <a:pt x="7649024" y="1999344"/>
                </a:lnTo>
                <a:lnTo>
                  <a:pt x="7961086" y="1999344"/>
                </a:lnTo>
                <a:lnTo>
                  <a:pt x="7961086" y="6047016"/>
                </a:lnTo>
                <a:cubicBezTo>
                  <a:pt x="7961086" y="6568056"/>
                  <a:pt x="8383473" y="6990443"/>
                  <a:pt x="8904513" y="6990443"/>
                </a:cubicBezTo>
                <a:lnTo>
                  <a:pt x="8904512" y="6990444"/>
                </a:lnTo>
                <a:cubicBezTo>
                  <a:pt x="9425552" y="6990444"/>
                  <a:pt x="9847939" y="6568057"/>
                  <a:pt x="9847939" y="6047017"/>
                </a:cubicBezTo>
                <a:lnTo>
                  <a:pt x="9847940" y="1999344"/>
                </a:lnTo>
                <a:lnTo>
                  <a:pt x="10197867" y="1999344"/>
                </a:lnTo>
                <a:lnTo>
                  <a:pt x="10179169" y="2059579"/>
                </a:lnTo>
                <a:cubicBezTo>
                  <a:pt x="10166602" y="2120994"/>
                  <a:pt x="10160002" y="2184582"/>
                  <a:pt x="10160002" y="2249712"/>
                </a:cubicBezTo>
                <a:lnTo>
                  <a:pt x="10160002" y="5515430"/>
                </a:lnTo>
                <a:cubicBezTo>
                  <a:pt x="10160002" y="6036470"/>
                  <a:pt x="10582389" y="6458857"/>
                  <a:pt x="11103429" y="6458857"/>
                </a:cubicBezTo>
                <a:lnTo>
                  <a:pt x="11103428" y="6458858"/>
                </a:lnTo>
                <a:cubicBezTo>
                  <a:pt x="11624468" y="6458858"/>
                  <a:pt x="12046855" y="6036471"/>
                  <a:pt x="12046855" y="5515431"/>
                </a:cubicBezTo>
                <a:cubicBezTo>
                  <a:pt x="12046855" y="4426858"/>
                  <a:pt x="12046856" y="3338285"/>
                  <a:pt x="12046856" y="2249712"/>
                </a:cubicBezTo>
                <a:cubicBezTo>
                  <a:pt x="12046856" y="2184582"/>
                  <a:pt x="12040256" y="2120994"/>
                  <a:pt x="12027689" y="2059579"/>
                </a:cubicBezTo>
                <a:lnTo>
                  <a:pt x="12008991" y="1999344"/>
                </a:lnTo>
                <a:lnTo>
                  <a:pt x="12192000" y="1999344"/>
                </a:lnTo>
                <a:lnTo>
                  <a:pt x="12192000" y="8857344"/>
                </a:lnTo>
                <a:lnTo>
                  <a:pt x="0" y="8857344"/>
                </a:lnTo>
                <a:close/>
                <a:moveTo>
                  <a:pt x="11103429" y="1306285"/>
                </a:moveTo>
                <a:cubicBezTo>
                  <a:pt x="11494209" y="1306285"/>
                  <a:pt x="11829497" y="1543878"/>
                  <a:pt x="11972717" y="1882488"/>
                </a:cubicBezTo>
                <a:lnTo>
                  <a:pt x="12008991" y="1999344"/>
                </a:lnTo>
                <a:lnTo>
                  <a:pt x="10197867" y="1999344"/>
                </a:lnTo>
                <a:lnTo>
                  <a:pt x="10234141" y="1882488"/>
                </a:lnTo>
                <a:cubicBezTo>
                  <a:pt x="10377361" y="1543878"/>
                  <a:pt x="10712649" y="1306285"/>
                  <a:pt x="11103429" y="1306285"/>
                </a:cubicBezTo>
                <a:close/>
                <a:moveTo>
                  <a:pt x="8904513" y="774698"/>
                </a:moveTo>
                <a:cubicBezTo>
                  <a:pt x="9425553" y="774698"/>
                  <a:pt x="9847940" y="1197085"/>
                  <a:pt x="9847940" y="1718125"/>
                </a:cubicBezTo>
                <a:lnTo>
                  <a:pt x="9847940" y="1999344"/>
                </a:lnTo>
                <a:lnTo>
                  <a:pt x="7961086" y="1999344"/>
                </a:lnTo>
                <a:lnTo>
                  <a:pt x="7961086" y="1718125"/>
                </a:lnTo>
                <a:cubicBezTo>
                  <a:pt x="7961086" y="1197085"/>
                  <a:pt x="8383473" y="774698"/>
                  <a:pt x="8904513" y="774698"/>
                </a:cubicBezTo>
                <a:close/>
                <a:moveTo>
                  <a:pt x="6705598" y="0"/>
                </a:moveTo>
                <a:cubicBezTo>
                  <a:pt x="7226638" y="0"/>
                  <a:pt x="7649025" y="422387"/>
                  <a:pt x="7649025" y="943427"/>
                </a:cubicBezTo>
                <a:lnTo>
                  <a:pt x="7649024" y="1999344"/>
                </a:lnTo>
                <a:lnTo>
                  <a:pt x="5762171" y="1999344"/>
                </a:lnTo>
                <a:lnTo>
                  <a:pt x="5762171" y="943427"/>
                </a:lnTo>
                <a:cubicBezTo>
                  <a:pt x="5762171" y="422387"/>
                  <a:pt x="6184558" y="0"/>
                  <a:pt x="6705598" y="0"/>
                </a:cubicBezTo>
                <a:close/>
              </a:path>
            </a:pathLst>
          </a:custGeom>
          <a:solidFill>
            <a:srgbClr val="021F1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5400" dirty="0">
              <a:solidFill>
                <a:srgbClr val="4B5945"/>
              </a:solidFill>
              <a:latin typeface="Arial Black" panose="020B0A04020102020204" pitchFamily="34" charset="0"/>
            </a:endParaRPr>
          </a:p>
        </p:txBody>
      </p:sp>
      <p:sp>
        <p:nvSpPr>
          <p:cNvPr id="22" name="TextBox 21">
            <a:extLst>
              <a:ext uri="{FF2B5EF4-FFF2-40B4-BE49-F238E27FC236}">
                <a16:creationId xmlns:a16="http://schemas.microsoft.com/office/drawing/2014/main" id="{E18CD7CB-53F2-A722-9A5A-3AF808E102CB}"/>
              </a:ext>
            </a:extLst>
          </p:cNvPr>
          <p:cNvSpPr txBox="1"/>
          <p:nvPr/>
        </p:nvSpPr>
        <p:spPr>
          <a:xfrm>
            <a:off x="1908629" y="1632857"/>
            <a:ext cx="914400" cy="1107996"/>
          </a:xfrm>
          <a:prstGeom prst="rect">
            <a:avLst/>
          </a:prstGeom>
          <a:noFill/>
        </p:spPr>
        <p:txBody>
          <a:bodyPr wrap="square" rtlCol="0">
            <a:spAutoFit/>
          </a:bodyPr>
          <a:lstStyle/>
          <a:p>
            <a:endParaRPr lang="en-US" sz="4800" dirty="0">
              <a:solidFill>
                <a:srgbClr val="4B5945"/>
              </a:solidFill>
              <a:latin typeface="Arial Black" panose="020B0A04020102020204" pitchFamily="34" charset="0"/>
            </a:endParaRPr>
          </a:p>
          <a:p>
            <a:endParaRPr lang="en-US" dirty="0"/>
          </a:p>
        </p:txBody>
      </p:sp>
      <p:sp>
        <p:nvSpPr>
          <p:cNvPr id="29" name="TextBox 28">
            <a:extLst>
              <a:ext uri="{FF2B5EF4-FFF2-40B4-BE49-F238E27FC236}">
                <a16:creationId xmlns:a16="http://schemas.microsoft.com/office/drawing/2014/main" id="{03C1957A-B66C-4BBC-5283-3F6EE79B1BF7}"/>
              </a:ext>
            </a:extLst>
          </p:cNvPr>
          <p:cNvSpPr txBox="1"/>
          <p:nvPr/>
        </p:nvSpPr>
        <p:spPr>
          <a:xfrm>
            <a:off x="370251" y="560438"/>
            <a:ext cx="2782044" cy="1384995"/>
          </a:xfrm>
          <a:prstGeom prst="rect">
            <a:avLst/>
          </a:prstGeom>
          <a:noFill/>
          <a:effectLst>
            <a:outerShdw blurRad="76200" dist="12700" dir="8100000" sy="-23000" kx="800400" algn="br" rotWithShape="0">
              <a:schemeClr val="tx1">
                <a:alpha val="72000"/>
              </a:schemeClr>
            </a:outerShdw>
          </a:effectLst>
        </p:spPr>
        <p:txBody>
          <a:bodyPr wrap="none" rtlCol="0">
            <a:spAutoFit/>
          </a:bodyPr>
          <a:lstStyle/>
          <a:p>
            <a:r>
              <a:rPr lang="en-US" sz="6600" dirty="0">
                <a:solidFill>
                  <a:srgbClr val="505F49"/>
                </a:solidFill>
                <a:effectLst>
                  <a:outerShdw blurRad="38100" dist="38100" dir="2700000" algn="tl">
                    <a:srgbClr val="000000">
                      <a:alpha val="43137"/>
                    </a:srgbClr>
                  </a:outerShdw>
                </a:effectLst>
                <a:latin typeface="Arial Black" panose="020B0A04020102020204" pitchFamily="34" charset="0"/>
              </a:rPr>
              <a:t>Value</a:t>
            </a:r>
          </a:p>
          <a:p>
            <a:endParaRPr lang="en-US" dirty="0"/>
          </a:p>
        </p:txBody>
      </p:sp>
      <p:sp>
        <p:nvSpPr>
          <p:cNvPr id="37" name="TextBox 36">
            <a:extLst>
              <a:ext uri="{FF2B5EF4-FFF2-40B4-BE49-F238E27FC236}">
                <a16:creationId xmlns:a16="http://schemas.microsoft.com/office/drawing/2014/main" id="{F31D9663-26CA-7183-9F3D-9E7D1F1E66E6}"/>
              </a:ext>
            </a:extLst>
          </p:cNvPr>
          <p:cNvSpPr txBox="1"/>
          <p:nvPr/>
        </p:nvSpPr>
        <p:spPr>
          <a:xfrm>
            <a:off x="-6874215" y="1632857"/>
            <a:ext cx="4607516" cy="3970318"/>
          </a:xfrm>
          <a:prstGeom prst="rect">
            <a:avLst/>
          </a:prstGeom>
          <a:noFill/>
        </p:spPr>
        <p:txBody>
          <a:bodyPr wrap="square" rtlCol="0">
            <a:spAutoFit/>
          </a:bodyPr>
          <a:lstStyle/>
          <a:p>
            <a:r>
              <a:rPr lang="en-US" sz="3600" dirty="0">
                <a:solidFill>
                  <a:schemeClr val="bg1"/>
                </a:solidFill>
                <a:latin typeface="Arial" panose="020B0604020202020204" pitchFamily="34" charset="0"/>
                <a:cs typeface="Arial" panose="020B0604020202020204" pitchFamily="34" charset="0"/>
              </a:rPr>
              <a:t>By tracking emergency cases and outcomes, the dashboard supports faster response and improved medical readiness</a:t>
            </a:r>
          </a:p>
        </p:txBody>
      </p:sp>
      <p:sp>
        <p:nvSpPr>
          <p:cNvPr id="39" name="TextBox 38">
            <a:extLst>
              <a:ext uri="{FF2B5EF4-FFF2-40B4-BE49-F238E27FC236}">
                <a16:creationId xmlns:a16="http://schemas.microsoft.com/office/drawing/2014/main" id="{CEC12E43-96C8-D511-242E-13341EBE88C3}"/>
              </a:ext>
            </a:extLst>
          </p:cNvPr>
          <p:cNvSpPr txBox="1"/>
          <p:nvPr/>
        </p:nvSpPr>
        <p:spPr>
          <a:xfrm>
            <a:off x="-5851774" y="-4283019"/>
            <a:ext cx="5751871" cy="3970318"/>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The dashboard is a key tool to understand road accidents, helping reduce risks, improve traffic safety, optimize emergency services and guide better planning</a:t>
            </a:r>
          </a:p>
        </p:txBody>
      </p:sp>
      <p:sp>
        <p:nvSpPr>
          <p:cNvPr id="40" name="TextBox 39">
            <a:extLst>
              <a:ext uri="{FF2B5EF4-FFF2-40B4-BE49-F238E27FC236}">
                <a16:creationId xmlns:a16="http://schemas.microsoft.com/office/drawing/2014/main" id="{79A80F7A-BF53-5660-F842-8A02D4CCC8E2}"/>
              </a:ext>
            </a:extLst>
          </p:cNvPr>
          <p:cNvSpPr txBox="1"/>
          <p:nvPr/>
        </p:nvSpPr>
        <p:spPr>
          <a:xfrm>
            <a:off x="-5014452" y="5927512"/>
            <a:ext cx="5014452" cy="3416320"/>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By analyzing age groups and vehicle types, the dashboard guides actions to improve road safety and traffic flow</a:t>
            </a:r>
          </a:p>
        </p:txBody>
      </p:sp>
      <p:sp>
        <p:nvSpPr>
          <p:cNvPr id="41" name="TextBox 40">
            <a:extLst>
              <a:ext uri="{FF2B5EF4-FFF2-40B4-BE49-F238E27FC236}">
                <a16:creationId xmlns:a16="http://schemas.microsoft.com/office/drawing/2014/main" id="{ACB0C615-DCAD-6703-8C63-E255012D44C7}"/>
              </a:ext>
            </a:extLst>
          </p:cNvPr>
          <p:cNvSpPr txBox="1"/>
          <p:nvPr/>
        </p:nvSpPr>
        <p:spPr>
          <a:xfrm>
            <a:off x="1961477" y="-5970581"/>
            <a:ext cx="4630993" cy="2862322"/>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It highlights high-risk roads and locations, guiding better planning and safety measures</a:t>
            </a:r>
          </a:p>
        </p:txBody>
      </p:sp>
    </p:spTree>
    <p:extLst>
      <p:ext uri="{BB962C8B-B14F-4D97-AF65-F5344CB8AC3E}">
        <p14:creationId xmlns:p14="http://schemas.microsoft.com/office/powerpoint/2010/main" val="379415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750"/>
                                  </p:stCondLst>
                                  <p:childTnLst>
                                    <p:animMotion origin="layout" path="M 1.2207 -0.65556 L 1.82318 -0.63496 " pathEditMode="relative" rAng="0" ptsTypes="AA">
                                      <p:cBhvr>
                                        <p:cTn id="6" dur="2000" fill="hold"/>
                                        <p:tgtEl>
                                          <p:spTgt spid="39"/>
                                        </p:tgtEl>
                                        <p:attrNameLst>
                                          <p:attrName>ppt_x</p:attrName>
                                          <p:attrName>ppt_y</p:attrName>
                                        </p:attrNameLst>
                                      </p:cBhvr>
                                      <p:rCtr x="30117" y="1042"/>
                                    </p:animMotion>
                                  </p:childTnLst>
                                </p:cTn>
                              </p:par>
                              <p:par>
                                <p:cTn id="7" presetID="63" presetClass="path" presetSubtype="0" accel="50000" decel="50000" fill="hold" grpId="0" nodeType="withEffect">
                                  <p:stCondLst>
                                    <p:cond delay="0"/>
                                  </p:stCondLst>
                                  <p:childTnLst>
                                    <p:animMotion origin="layout" path="M 0.11992 0.07268 L 0.59167 0.06134 " pathEditMode="relative" rAng="0" ptsTypes="AA">
                                      <p:cBhvr>
                                        <p:cTn id="8" dur="750" fill="hold"/>
                                        <p:tgtEl>
                                          <p:spTgt spid="37"/>
                                        </p:tgtEl>
                                        <p:attrNameLst>
                                          <p:attrName>ppt_x</p:attrName>
                                          <p:attrName>ppt_y</p:attrName>
                                        </p:attrNameLst>
                                      </p:cBhvr>
                                      <p:rCtr x="23594" y="-5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23" name="TextBox 22">
            <a:extLst>
              <a:ext uri="{FF2B5EF4-FFF2-40B4-BE49-F238E27FC236}">
                <a16:creationId xmlns:a16="http://schemas.microsoft.com/office/drawing/2014/main" id="{9352E363-DF40-2006-9E63-96B9C947696A}"/>
              </a:ext>
            </a:extLst>
          </p:cNvPr>
          <p:cNvSpPr txBox="1"/>
          <p:nvPr/>
        </p:nvSpPr>
        <p:spPr>
          <a:xfrm>
            <a:off x="8472248" y="4439650"/>
            <a:ext cx="2743199" cy="1138773"/>
          </a:xfrm>
          <a:prstGeom prst="rect">
            <a:avLst/>
          </a:prstGeom>
          <a:noFill/>
        </p:spPr>
        <p:txBody>
          <a:bodyPr wrap="square" rtlCol="0">
            <a:spAutoFit/>
          </a:bodyPr>
          <a:lstStyle/>
          <a:p>
            <a:r>
              <a:rPr lang="en-US" sz="4000" dirty="0">
                <a:solidFill>
                  <a:schemeClr val="bg1"/>
                </a:solidFill>
              </a:rPr>
              <a:t>Check it !!!!</a:t>
            </a:r>
          </a:p>
          <a:p>
            <a:endParaRPr lang="en-US" sz="2800" dirty="0">
              <a:solidFill>
                <a:schemeClr val="bg1"/>
              </a:solidFill>
            </a:endParaRPr>
          </a:p>
        </p:txBody>
      </p:sp>
      <p:sp>
        <p:nvSpPr>
          <p:cNvPr id="7" name="Rectangle: Rounded Corners 6">
            <a:extLst>
              <a:ext uri="{FF2B5EF4-FFF2-40B4-BE49-F238E27FC236}">
                <a16:creationId xmlns:a16="http://schemas.microsoft.com/office/drawing/2014/main" id="{C658D31B-4F39-3678-CAF5-A52C1B5DDDA5}"/>
              </a:ext>
            </a:extLst>
          </p:cNvPr>
          <p:cNvSpPr/>
          <p:nvPr/>
        </p:nvSpPr>
        <p:spPr>
          <a:xfrm>
            <a:off x="798285" y="667656"/>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4420694" y="635892"/>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0" name="TextBox 9">
            <a:extLst>
              <a:ext uri="{FF2B5EF4-FFF2-40B4-BE49-F238E27FC236}">
                <a16:creationId xmlns:a16="http://schemas.microsoft.com/office/drawing/2014/main" id="{C7847C33-193A-9C7B-B769-CD2D0F44AE3E}"/>
              </a:ext>
            </a:extLst>
          </p:cNvPr>
          <p:cNvSpPr txBox="1"/>
          <p:nvPr/>
        </p:nvSpPr>
        <p:spPr>
          <a:xfrm>
            <a:off x="8648521" y="3566271"/>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66577" y="63371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1251732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4483326" y="645244"/>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8003729" y="637666"/>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Tree>
    <p:extLst>
      <p:ext uri="{BB962C8B-B14F-4D97-AF65-F5344CB8AC3E}">
        <p14:creationId xmlns:p14="http://schemas.microsoft.com/office/powerpoint/2010/main" val="1692106106"/>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200" dirty="0">
                <a:solidFill>
                  <a:schemeClr val="bg1"/>
                </a:solidFill>
                <a:latin typeface="Arial Black" panose="020B0A04020102020204" pitchFamily="34" charset="0"/>
              </a:rPr>
              <a:t>Data</a:t>
            </a:r>
          </a:p>
          <a:p>
            <a:pPr algn="ctr"/>
            <a:r>
              <a:rPr lang="en-US" sz="7200" dirty="0">
                <a:solidFill>
                  <a:schemeClr val="bg1"/>
                </a:solidFill>
                <a:latin typeface="Arial Black" panose="020B0A04020102020204" pitchFamily="34" charset="0"/>
              </a:rPr>
              <a:t>Set</a:t>
            </a:r>
          </a:p>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4AFD21B1-88E8-A959-8031-71A3AF520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614" y="955778"/>
            <a:ext cx="1443887" cy="1425838"/>
          </a:xfrm>
          <a:prstGeom prst="rect">
            <a:avLst/>
          </a:prstGeom>
        </p:spPr>
      </p:pic>
      <p:sp>
        <p:nvSpPr>
          <p:cNvPr id="14" name="TextBox 13">
            <a:extLst>
              <a:ext uri="{FF2B5EF4-FFF2-40B4-BE49-F238E27FC236}">
                <a16:creationId xmlns:a16="http://schemas.microsoft.com/office/drawing/2014/main" id="{23B879BF-8967-C122-B1D1-5874C26F631E}"/>
              </a:ext>
            </a:extLst>
          </p:cNvPr>
          <p:cNvSpPr txBox="1"/>
          <p:nvPr/>
        </p:nvSpPr>
        <p:spPr>
          <a:xfrm>
            <a:off x="5795871" y="1114699"/>
            <a:ext cx="1940243" cy="1107996"/>
          </a:xfrm>
          <a:prstGeom prst="rect">
            <a:avLst/>
          </a:prstGeom>
          <a:noFill/>
        </p:spPr>
        <p:txBody>
          <a:bodyPr wrap="square" rtlCol="0">
            <a:spAutoFit/>
          </a:bodyPr>
          <a:lstStyle/>
          <a:p>
            <a:pPr algn="ctr"/>
            <a:r>
              <a:rPr lang="en-US" sz="1600" dirty="0">
                <a:solidFill>
                  <a:schemeClr val="bg1"/>
                </a:solidFill>
                <a:latin typeface="Arial" panose="020B0604020202020204" pitchFamily="34" charset="0"/>
                <a:cs typeface="Arial" panose="020B0604020202020204" pitchFamily="34" charset="0"/>
              </a:rPr>
              <a:t>Central Agency for Public Mobilization and Statistics</a:t>
            </a:r>
          </a:p>
          <a:p>
            <a:pPr algn="ctr"/>
            <a:r>
              <a:rPr lang="en-US" dirty="0">
                <a:solidFill>
                  <a:schemeClr val="bg1"/>
                </a:solidFill>
                <a:latin typeface="Arial" panose="020B0604020202020204" pitchFamily="34" charset="0"/>
                <a:cs typeface="Arial" panose="020B0604020202020204" pitchFamily="34" charset="0"/>
              </a:rPr>
              <a:t> (CAPMAS)</a:t>
            </a:r>
          </a:p>
        </p:txBody>
      </p:sp>
      <p:pic>
        <p:nvPicPr>
          <p:cNvPr id="22" name="Picture 21">
            <a:extLst>
              <a:ext uri="{FF2B5EF4-FFF2-40B4-BE49-F238E27FC236}">
                <a16:creationId xmlns:a16="http://schemas.microsoft.com/office/drawing/2014/main" id="{D9BA6129-0DA6-E318-E583-80A2413A2A29}"/>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129109" y="679184"/>
            <a:ext cx="3429479" cy="3429479"/>
          </a:xfrm>
          <a:prstGeom prst="rect">
            <a:avLst/>
          </a:prstGeom>
          <a:effectLst>
            <a:outerShdw blurRad="50800" dist="50800" dir="5400000" algn="ctr" rotWithShape="0">
              <a:schemeClr val="tx1"/>
            </a:outerShdw>
          </a:effectLst>
        </p:spPr>
      </p:pic>
      <p:sp>
        <p:nvSpPr>
          <p:cNvPr id="7" name="Rectangle: Rounded Corners 6">
            <a:extLst>
              <a:ext uri="{FF2B5EF4-FFF2-40B4-BE49-F238E27FC236}">
                <a16:creationId xmlns:a16="http://schemas.microsoft.com/office/drawing/2014/main" id="{C658D31B-4F39-3678-CAF5-A52C1B5DDDA5}"/>
              </a:ext>
            </a:extLst>
          </p:cNvPr>
          <p:cNvSpPr/>
          <p:nvPr/>
        </p:nvSpPr>
        <p:spPr>
          <a:xfrm>
            <a:off x="8129109" y="734333"/>
            <a:ext cx="3280228" cy="5529944"/>
          </a:xfrm>
          <a:prstGeom prst="roundRect">
            <a:avLst/>
          </a:prstGeom>
          <a:solidFill>
            <a:schemeClr val="accent6">
              <a:lumMod val="60000"/>
              <a:lumOff val="40000"/>
              <a:alpha val="20000"/>
            </a:schemeClr>
          </a:solidFill>
          <a:ln>
            <a:noFill/>
          </a:ln>
          <a:effectLst>
            <a:glow rad="88900">
              <a:schemeClr val="accent6">
                <a:lumMod val="60000"/>
                <a:lumOff val="40000"/>
                <a:alpha val="27000"/>
              </a:schemeClr>
            </a:glow>
            <a:reflection blurRad="6350" endPos="55500" dist="1016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8" name="Rectangle: Rounded Corners 7">
            <a:extLst>
              <a:ext uri="{FF2B5EF4-FFF2-40B4-BE49-F238E27FC236}">
                <a16:creationId xmlns:a16="http://schemas.microsoft.com/office/drawing/2014/main" id="{8F32A659-FD53-306E-E2CA-5A517A6A36D5}"/>
              </a:ext>
            </a:extLst>
          </p:cNvPr>
          <p:cNvSpPr/>
          <p:nvPr/>
        </p:nvSpPr>
        <p:spPr>
          <a:xfrm>
            <a:off x="743407" y="64524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
        <p:nvSpPr>
          <p:cNvPr id="13" name="TextBox 12">
            <a:extLst>
              <a:ext uri="{FF2B5EF4-FFF2-40B4-BE49-F238E27FC236}">
                <a16:creationId xmlns:a16="http://schemas.microsoft.com/office/drawing/2014/main" id="{973F38EF-A984-32C2-7A76-9CE3154C3F75}"/>
              </a:ext>
            </a:extLst>
          </p:cNvPr>
          <p:cNvSpPr txBox="1"/>
          <p:nvPr/>
        </p:nvSpPr>
        <p:spPr>
          <a:xfrm>
            <a:off x="8478874" y="4443431"/>
            <a:ext cx="2729947" cy="707886"/>
          </a:xfrm>
          <a:prstGeom prst="rect">
            <a:avLst/>
          </a:prstGeom>
          <a:noFill/>
        </p:spPr>
        <p:txBody>
          <a:bodyPr wrap="square">
            <a:spAutoFit/>
          </a:bodyPr>
          <a:lstStyle/>
          <a:p>
            <a:r>
              <a:rPr lang="en-US" sz="4000" dirty="0">
                <a:solidFill>
                  <a:schemeClr val="bg1"/>
                </a:solidFill>
              </a:rPr>
              <a:t>Check it !!!!</a:t>
            </a:r>
          </a:p>
        </p:txBody>
      </p:sp>
      <p:sp>
        <p:nvSpPr>
          <p:cNvPr id="10" name="TextBox 9">
            <a:extLst>
              <a:ext uri="{FF2B5EF4-FFF2-40B4-BE49-F238E27FC236}">
                <a16:creationId xmlns:a16="http://schemas.microsoft.com/office/drawing/2014/main" id="{7AEAC6FA-AD4B-43BB-7BE2-D5766A6EE7B8}"/>
              </a:ext>
            </a:extLst>
          </p:cNvPr>
          <p:cNvSpPr txBox="1"/>
          <p:nvPr/>
        </p:nvSpPr>
        <p:spPr>
          <a:xfrm>
            <a:off x="8695646" y="3541386"/>
            <a:ext cx="6096000" cy="707886"/>
          </a:xfrm>
          <a:prstGeom prst="rect">
            <a:avLst/>
          </a:prstGeom>
          <a:noFill/>
        </p:spPr>
        <p:txBody>
          <a:bodyPr wrap="square">
            <a:spAutoFit/>
          </a:bodyPr>
          <a:lstStyle/>
          <a:p>
            <a:r>
              <a:rPr lang="en-US" sz="4000" dirty="0">
                <a:solidFill>
                  <a:schemeClr val="bg1"/>
                </a:solidFill>
                <a:hlinkClick r:id="rId4">
                  <a:extLst>
                    <a:ext uri="{A12FA001-AC4F-418D-AE19-62706E023703}">
                      <ahyp:hlinkClr xmlns:ahyp="http://schemas.microsoft.com/office/drawing/2018/hyperlinkcolor" val="tx"/>
                    </a:ext>
                  </a:extLst>
                </a:hlinkClick>
              </a:rPr>
              <a:t>Data link</a:t>
            </a:r>
            <a:endParaRPr lang="en-US" sz="4000" dirty="0">
              <a:solidFill>
                <a:schemeClr val="bg1"/>
              </a:solidFill>
            </a:endParaRPr>
          </a:p>
        </p:txBody>
      </p:sp>
      <p:sp>
        <p:nvSpPr>
          <p:cNvPr id="6" name="TextBox 5">
            <a:extLst>
              <a:ext uri="{FF2B5EF4-FFF2-40B4-BE49-F238E27FC236}">
                <a16:creationId xmlns:a16="http://schemas.microsoft.com/office/drawing/2014/main" id="{EC9B079B-7055-D144-7331-8206A9E3BA50}"/>
              </a:ext>
            </a:extLst>
          </p:cNvPr>
          <p:cNvSpPr txBox="1"/>
          <p:nvPr/>
        </p:nvSpPr>
        <p:spPr>
          <a:xfrm>
            <a:off x="4545383" y="2664223"/>
            <a:ext cx="3140609" cy="3170099"/>
          </a:xfrm>
          <a:prstGeom prst="rect">
            <a:avLst/>
          </a:prstGeom>
          <a:noFill/>
        </p:spPr>
        <p:txBody>
          <a:bodyPr wrap="square">
            <a:spAutoFit/>
          </a:bodyPr>
          <a:lstStyle/>
          <a:p>
            <a:r>
              <a:rPr lang="en-US" sz="2000" dirty="0">
                <a:solidFill>
                  <a:schemeClr val="bg1"/>
                </a:solidFill>
              </a:rPr>
              <a:t>The dataset contains information on road accidents and injuries over recent years, including details such as accident type, location, number of injuries and fatalities, age group, gender, vehicle type, and governorate-level infrastructure data</a:t>
            </a:r>
          </a:p>
        </p:txBody>
      </p:sp>
      <p:sp>
        <p:nvSpPr>
          <p:cNvPr id="9" name="Rectangle: Rounded Corners 8">
            <a:extLst>
              <a:ext uri="{FF2B5EF4-FFF2-40B4-BE49-F238E27FC236}">
                <a16:creationId xmlns:a16="http://schemas.microsoft.com/office/drawing/2014/main" id="{D93A8312-ACED-73E2-0337-472972AB3383}"/>
              </a:ext>
            </a:extLst>
          </p:cNvPr>
          <p:cNvSpPr/>
          <p:nvPr/>
        </p:nvSpPr>
        <p:spPr>
          <a:xfrm>
            <a:off x="4401007" y="667374"/>
            <a:ext cx="3389985" cy="5545100"/>
          </a:xfrm>
          <a:prstGeom prst="roundRect">
            <a:avLst/>
          </a:prstGeom>
          <a:solidFill>
            <a:schemeClr val="tx1">
              <a:lumMod val="95000"/>
              <a:lumOff val="5000"/>
              <a:alpha val="99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solidFill>
                <a:schemeClr val="bg1"/>
              </a:solidFill>
              <a:latin typeface="Arial Black" panose="020B0A04020102020204" pitchFamily="34" charset="0"/>
            </a:endParaRPr>
          </a:p>
          <a:p>
            <a:pPr algn="ctr"/>
            <a:endParaRPr lang="en-US" sz="7200" dirty="0">
              <a:solidFill>
                <a:schemeClr val="bg1"/>
              </a:solidFill>
              <a:latin typeface="Arial Black" panose="020B0A04020102020204" pitchFamily="34" charset="0"/>
            </a:endParaRPr>
          </a:p>
          <a:p>
            <a:pPr algn="ctr"/>
            <a:endParaRPr lang="en-US" dirty="0"/>
          </a:p>
        </p:txBody>
      </p:sp>
    </p:spTree>
    <p:extLst>
      <p:ext uri="{BB962C8B-B14F-4D97-AF65-F5344CB8AC3E}">
        <p14:creationId xmlns:p14="http://schemas.microsoft.com/office/powerpoint/2010/main" val="2652574741"/>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49932" y="356285"/>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1617785" y="582554"/>
            <a:ext cx="6110654" cy="56928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2795727" y="2920026"/>
            <a:ext cx="1570653" cy="769441"/>
          </a:xfrm>
          <a:prstGeom prst="rect">
            <a:avLst/>
          </a:prstGeom>
          <a:noFill/>
        </p:spPr>
        <p:txBody>
          <a:bodyPr wrap="square" rtlCol="0">
            <a:spAutoFit/>
          </a:bodyPr>
          <a:lstStyle/>
          <a:p>
            <a:r>
              <a:rPr lang="en-US" sz="4400" b="1" dirty="0">
                <a:solidFill>
                  <a:srgbClr val="2F4F33"/>
                </a:solidFill>
              </a:rPr>
              <a:t>No.1</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4916" y="4872128"/>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53546" y="2989080"/>
            <a:ext cx="1432546" cy="769441"/>
          </a:xfrm>
          <a:prstGeom prst="rect">
            <a:avLst/>
          </a:prstGeom>
          <a:noFill/>
        </p:spPr>
        <p:txBody>
          <a:bodyPr wrap="square">
            <a:spAutoFit/>
          </a:bodyPr>
          <a:lstStyle/>
          <a:p>
            <a:r>
              <a:rPr lang="en-US" sz="4400" b="1" dirty="0">
                <a:solidFill>
                  <a:srgbClr val="738969"/>
                </a:solidFill>
              </a:rPr>
              <a:t>No.3</a:t>
            </a:r>
          </a:p>
        </p:txBody>
      </p:sp>
      <p:sp>
        <p:nvSpPr>
          <p:cNvPr id="21" name="TextBox 20">
            <a:extLst>
              <a:ext uri="{FF2B5EF4-FFF2-40B4-BE49-F238E27FC236}">
                <a16:creationId xmlns:a16="http://schemas.microsoft.com/office/drawing/2014/main" id="{0E12A162-5EF1-10B0-B59C-BE7724C8F5C2}"/>
              </a:ext>
            </a:extLst>
          </p:cNvPr>
          <p:cNvSpPr txBox="1"/>
          <p:nvPr/>
        </p:nvSpPr>
        <p:spPr>
          <a:xfrm>
            <a:off x="770524" y="1125978"/>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18141" y="2337013"/>
            <a:ext cx="2507498" cy="2183974"/>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FDE81D0E-B6F9-1392-9AC8-2ADC25E16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3036" y="1336432"/>
            <a:ext cx="7268801" cy="5137518"/>
          </a:xfrm>
          <a:prstGeom prst="rect">
            <a:avLst/>
          </a:prstGeom>
        </p:spPr>
      </p:pic>
    </p:spTree>
    <p:extLst>
      <p:ext uri="{BB962C8B-B14F-4D97-AF65-F5344CB8AC3E}">
        <p14:creationId xmlns:p14="http://schemas.microsoft.com/office/powerpoint/2010/main" val="1962678538"/>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797062" y="339434"/>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1417074" y="478915"/>
            <a:ext cx="5669435" cy="5998749"/>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983066" y="2927124"/>
            <a:ext cx="1570653" cy="769441"/>
          </a:xfrm>
          <a:prstGeom prst="rect">
            <a:avLst/>
          </a:prstGeom>
          <a:noFill/>
        </p:spPr>
        <p:txBody>
          <a:bodyPr wrap="square" rtlCol="0">
            <a:spAutoFit/>
          </a:bodyPr>
          <a:lstStyle/>
          <a:p>
            <a:r>
              <a:rPr lang="en-US" sz="4400" b="1" dirty="0">
                <a:solidFill>
                  <a:srgbClr val="2F4F33"/>
                </a:solidFill>
              </a:rPr>
              <a:t>No.2</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48270" y="4970859"/>
            <a:ext cx="1936101" cy="769441"/>
          </a:xfrm>
          <a:prstGeom prst="rect">
            <a:avLst/>
          </a:prstGeom>
          <a:noFill/>
        </p:spPr>
        <p:txBody>
          <a:bodyPr wrap="square">
            <a:spAutoFit/>
          </a:bodyPr>
          <a:lstStyle/>
          <a:p>
            <a:r>
              <a:rPr lang="en-US" sz="4400" b="1" dirty="0">
                <a:solidFill>
                  <a:srgbClr val="2F4F33"/>
                </a:solidFill>
              </a:rPr>
              <a:t>No.1</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98581" y="2927123"/>
            <a:ext cx="1478901" cy="769441"/>
          </a:xfrm>
          <a:prstGeom prst="rect">
            <a:avLst/>
          </a:prstGeom>
          <a:noFill/>
        </p:spPr>
        <p:txBody>
          <a:bodyPr wrap="square">
            <a:spAutoFit/>
          </a:bodyPr>
          <a:lstStyle/>
          <a:p>
            <a:r>
              <a:rPr lang="en-US" sz="4400" b="1" dirty="0">
                <a:solidFill>
                  <a:srgbClr val="738969"/>
                </a:solidFill>
              </a:rPr>
              <a:t>No.4</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11640" y="1155042"/>
            <a:ext cx="1609530" cy="769441"/>
          </a:xfrm>
          <a:prstGeom prst="rect">
            <a:avLst/>
          </a:prstGeom>
          <a:noFill/>
        </p:spPr>
        <p:txBody>
          <a:bodyPr wrap="square">
            <a:spAutoFit/>
          </a:bodyPr>
          <a:lstStyle/>
          <a:p>
            <a:r>
              <a:rPr lang="en-US" sz="4400" b="1" dirty="0">
                <a:solidFill>
                  <a:srgbClr val="2F4F33"/>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248270" y="2294670"/>
            <a:ext cx="2338746" cy="226866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594E096-32EF-B99B-5DDE-CA644CB393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3720" y="1295719"/>
            <a:ext cx="7341742" cy="5229799"/>
          </a:xfrm>
          <a:prstGeom prst="rect">
            <a:avLst/>
          </a:prstGeom>
        </p:spPr>
      </p:pic>
    </p:spTree>
    <p:extLst>
      <p:ext uri="{BB962C8B-B14F-4D97-AF65-F5344CB8AC3E}">
        <p14:creationId xmlns:p14="http://schemas.microsoft.com/office/powerpoint/2010/main" val="807625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946531" y="386849"/>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1435961" y="492353"/>
            <a:ext cx="5972791" cy="581171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3107388" y="2930340"/>
            <a:ext cx="1570653" cy="769441"/>
          </a:xfrm>
          <a:prstGeom prst="rect">
            <a:avLst/>
          </a:prstGeom>
          <a:noFill/>
        </p:spPr>
        <p:txBody>
          <a:bodyPr wrap="square" rtlCol="0">
            <a:spAutoFit/>
          </a:bodyPr>
          <a:lstStyle/>
          <a:p>
            <a:r>
              <a:rPr lang="en-US" sz="4400" b="1" dirty="0">
                <a:solidFill>
                  <a:srgbClr val="2F4F33"/>
                </a:solidFill>
              </a:rPr>
              <a:t>No.3</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406795" y="4836895"/>
            <a:ext cx="1936101" cy="769441"/>
          </a:xfrm>
          <a:prstGeom prst="rect">
            <a:avLst/>
          </a:prstGeom>
          <a:noFill/>
        </p:spPr>
        <p:txBody>
          <a:bodyPr wrap="square">
            <a:spAutoFit/>
          </a:bodyPr>
          <a:lstStyle/>
          <a:p>
            <a:r>
              <a:rPr lang="en-US" sz="4400" b="1" dirty="0">
                <a:solidFill>
                  <a:srgbClr val="2F4F33"/>
                </a:solidFill>
              </a:rPr>
              <a:t>No.2</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362593" y="2930339"/>
            <a:ext cx="1478901" cy="769441"/>
          </a:xfrm>
          <a:prstGeom prst="rect">
            <a:avLst/>
          </a:prstGeom>
          <a:noFill/>
        </p:spPr>
        <p:txBody>
          <a:bodyPr wrap="square">
            <a:spAutoFit/>
          </a:bodyPr>
          <a:lstStyle/>
          <a:p>
            <a:r>
              <a:rPr lang="en-US" sz="4400" b="1" dirty="0">
                <a:solidFill>
                  <a:srgbClr val="738969"/>
                </a:solidFill>
              </a:rPr>
              <a:t>No.1</a:t>
            </a:r>
          </a:p>
        </p:txBody>
      </p:sp>
      <p:sp>
        <p:nvSpPr>
          <p:cNvPr id="21" name="TextBox 20">
            <a:extLst>
              <a:ext uri="{FF2B5EF4-FFF2-40B4-BE49-F238E27FC236}">
                <a16:creationId xmlns:a16="http://schemas.microsoft.com/office/drawing/2014/main" id="{0E12A162-5EF1-10B0-B59C-BE7724C8F5C2}"/>
              </a:ext>
            </a:extLst>
          </p:cNvPr>
          <p:cNvSpPr txBox="1"/>
          <p:nvPr/>
        </p:nvSpPr>
        <p:spPr>
          <a:xfrm>
            <a:off x="924145" y="997319"/>
            <a:ext cx="1609530" cy="769441"/>
          </a:xfrm>
          <a:prstGeom prst="rect">
            <a:avLst/>
          </a:prstGeom>
          <a:noFill/>
        </p:spPr>
        <p:txBody>
          <a:bodyPr wrap="square">
            <a:spAutoFit/>
          </a:bodyPr>
          <a:lstStyle/>
          <a:p>
            <a:r>
              <a:rPr lang="en-US" sz="4400" b="1" dirty="0">
                <a:solidFill>
                  <a:srgbClr val="2F4F33"/>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485927" y="2271726"/>
            <a:ext cx="2318820" cy="2112912"/>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098E587-9408-50F6-7F66-0BAE596B91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3341" y="1392959"/>
            <a:ext cx="7325078" cy="5078191"/>
          </a:xfrm>
          <a:prstGeom prst="rect">
            <a:avLst/>
          </a:prstGeom>
        </p:spPr>
      </p:pic>
    </p:spTree>
    <p:extLst>
      <p:ext uri="{BB962C8B-B14F-4D97-AF65-F5344CB8AC3E}">
        <p14:creationId xmlns:p14="http://schemas.microsoft.com/office/powerpoint/2010/main" val="2316949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35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5816021-4058-5E35-9151-7B567BE2298B}"/>
              </a:ext>
            </a:extLst>
          </p:cNvPr>
          <p:cNvSpPr txBox="1"/>
          <p:nvPr/>
        </p:nvSpPr>
        <p:spPr>
          <a:xfrm>
            <a:off x="5832230" y="348398"/>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Dashboards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1600590" y="240038"/>
            <a:ext cx="5961186" cy="606669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2B1C859-E51E-DF3F-3B37-18EF27B11262}"/>
              </a:ext>
            </a:extLst>
          </p:cNvPr>
          <p:cNvSpPr txBox="1">
            <a:spLocks/>
          </p:cNvSpPr>
          <p:nvPr/>
        </p:nvSpPr>
        <p:spPr>
          <a:xfrm rot="5400000">
            <a:off x="2755723" y="2888663"/>
            <a:ext cx="1570653" cy="769441"/>
          </a:xfrm>
          <a:prstGeom prst="rect">
            <a:avLst/>
          </a:prstGeom>
          <a:noFill/>
        </p:spPr>
        <p:txBody>
          <a:bodyPr wrap="square" rtlCol="0">
            <a:spAutoFit/>
          </a:bodyPr>
          <a:lstStyle/>
          <a:p>
            <a:r>
              <a:rPr lang="en-US" sz="4400" b="1" dirty="0">
                <a:solidFill>
                  <a:srgbClr val="2F4F33"/>
                </a:solidFill>
              </a:rPr>
              <a:t>No.4</a:t>
            </a:r>
          </a:p>
        </p:txBody>
      </p:sp>
      <p:sp>
        <p:nvSpPr>
          <p:cNvPr id="17" name="TextBox 16">
            <a:extLst>
              <a:ext uri="{FF2B5EF4-FFF2-40B4-BE49-F238E27FC236}">
                <a16:creationId xmlns:a16="http://schemas.microsoft.com/office/drawing/2014/main" id="{C56DD376-32F8-B637-A90D-3F9DB5338772}"/>
              </a:ext>
            </a:extLst>
          </p:cNvPr>
          <p:cNvSpPr txBox="1"/>
          <p:nvPr/>
        </p:nvSpPr>
        <p:spPr>
          <a:xfrm rot="10800000">
            <a:off x="299173" y="4976195"/>
            <a:ext cx="1936101" cy="769441"/>
          </a:xfrm>
          <a:prstGeom prst="rect">
            <a:avLst/>
          </a:prstGeom>
          <a:noFill/>
        </p:spPr>
        <p:txBody>
          <a:bodyPr wrap="square">
            <a:spAutoFit/>
          </a:bodyPr>
          <a:lstStyle/>
          <a:p>
            <a:r>
              <a:rPr lang="en-US" sz="4400" b="1" dirty="0">
                <a:solidFill>
                  <a:srgbClr val="2F4F33"/>
                </a:solidFill>
              </a:rPr>
              <a:t>No.3</a:t>
            </a: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1410947" y="2681647"/>
            <a:ext cx="1478901" cy="769441"/>
          </a:xfrm>
          <a:prstGeom prst="rect">
            <a:avLst/>
          </a:prstGeom>
          <a:noFill/>
        </p:spPr>
        <p:txBody>
          <a:bodyPr wrap="square">
            <a:spAutoFit/>
          </a:bodyPr>
          <a:lstStyle/>
          <a:p>
            <a:r>
              <a:rPr lang="en-US" sz="4400" b="1" dirty="0">
                <a:solidFill>
                  <a:srgbClr val="738969"/>
                </a:solidFill>
              </a:rPr>
              <a:t>No.2</a:t>
            </a:r>
          </a:p>
        </p:txBody>
      </p:sp>
      <p:sp>
        <p:nvSpPr>
          <p:cNvPr id="21" name="TextBox 20">
            <a:extLst>
              <a:ext uri="{FF2B5EF4-FFF2-40B4-BE49-F238E27FC236}">
                <a16:creationId xmlns:a16="http://schemas.microsoft.com/office/drawing/2014/main" id="{0E12A162-5EF1-10B0-B59C-BE7724C8F5C2}"/>
              </a:ext>
            </a:extLst>
          </p:cNvPr>
          <p:cNvSpPr txBox="1"/>
          <p:nvPr/>
        </p:nvSpPr>
        <p:spPr>
          <a:xfrm>
            <a:off x="852332" y="912839"/>
            <a:ext cx="1609530" cy="769441"/>
          </a:xfrm>
          <a:prstGeom prst="rect">
            <a:avLst/>
          </a:prstGeom>
          <a:noFill/>
        </p:spPr>
        <p:txBody>
          <a:bodyPr wrap="square">
            <a:spAutoFit/>
          </a:bodyPr>
          <a:lstStyle/>
          <a:p>
            <a:r>
              <a:rPr lang="en-US" sz="4400" b="1" dirty="0">
                <a:solidFill>
                  <a:srgbClr val="2F4F33"/>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155279" y="2159985"/>
            <a:ext cx="2544445" cy="2394293"/>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1E3F54F-4242-476B-A224-17636755AFA2}"/>
              </a:ext>
            </a:extLst>
          </p:cNvPr>
          <p:cNvPicPr>
            <a:picLocks noChangeAspect="1"/>
          </p:cNvPicPr>
          <p:nvPr/>
        </p:nvPicPr>
        <p:blipFill>
          <a:blip r:embed="rId3"/>
          <a:stretch>
            <a:fillRect/>
          </a:stretch>
        </p:blipFill>
        <p:spPr>
          <a:xfrm>
            <a:off x="4740951" y="1334146"/>
            <a:ext cx="7451049" cy="5175456"/>
          </a:xfrm>
          <a:prstGeom prst="rect">
            <a:avLst/>
          </a:prstGeom>
        </p:spPr>
      </p:pic>
    </p:spTree>
    <p:extLst>
      <p:ext uri="{BB962C8B-B14F-4D97-AF65-F5344CB8AC3E}">
        <p14:creationId xmlns:p14="http://schemas.microsoft.com/office/powerpoint/2010/main" val="119733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1" y="6336262"/>
            <a:ext cx="1342904"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1398394" y="3030582"/>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Tree>
    <p:extLst>
      <p:ext uri="{BB962C8B-B14F-4D97-AF65-F5344CB8AC3E}">
        <p14:creationId xmlns:p14="http://schemas.microsoft.com/office/powerpoint/2010/main" val="28056230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79814"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0950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37414" y="660400"/>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54589" y="6344163"/>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942164" y="6332634"/>
            <a:ext cx="6266597"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9922" y="3026954"/>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5215483" y="3026954"/>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41100" y="3026954"/>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79814" y="2503733"/>
            <a:ext cx="6098344"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22152" y="2932626"/>
            <a:ext cx="3021776"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79922" y="6999449"/>
            <a:ext cx="2080011" cy="1034228"/>
          </a:xfrm>
          <a:prstGeom prst="rect">
            <a:avLst/>
          </a:prstGeom>
        </p:spPr>
      </p:pic>
    </p:spTree>
    <p:extLst>
      <p:ext uri="{BB962C8B-B14F-4D97-AF65-F5344CB8AC3E}">
        <p14:creationId xmlns:p14="http://schemas.microsoft.com/office/powerpoint/2010/main" val="383937361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2.70833E-6 1.48148E-6 L 0.25 1.48148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2.5E-6 0 L 2.5E-6 -0.25 " pathEditMode="relative" rAng="0" ptsTypes="AA">
                                      <p:cBhvr>
                                        <p:cTn id="8" dur="2000" fill="hold"/>
                                        <p:tgtEl>
                                          <p:spTgt spid="6"/>
                                        </p:tgtEl>
                                        <p:attrNameLst>
                                          <p:attrName>ppt_x</p:attrName>
                                          <p:attrName>ppt_y</p:attrName>
                                        </p:attrNameLst>
                                      </p:cBhvr>
                                      <p:rCtr x="0" y="-12500"/>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2.5E-6 0.025 L 0.00078 -0.3537 " pathEditMode="relative" rAng="0" ptsTypes="AA">
                                      <p:cBhvr>
                                        <p:cTn id="19" dur="2000" fill="hold"/>
                                        <p:tgtEl>
                                          <p:spTgt spid="12"/>
                                        </p:tgtEl>
                                        <p:attrNameLst>
                                          <p:attrName>ppt_x</p:attrName>
                                          <p:attrName>ppt_y</p:attrName>
                                        </p:attrNameLst>
                                      </p:cBhvr>
                                      <p:rCtr x="39" y="-1893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7"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4345131" y="6336263"/>
            <a:ext cx="8690262"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3955" y="3030582"/>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duotone>
              <a:prstClr val="black"/>
              <a:srgbClr val="B8D0BE">
                <a:tint val="45000"/>
                <a:satMod val="400000"/>
              </a:srgbClr>
            </a:duotone>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2" y="4541969"/>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88692"/>
            <a:ext cx="3063363" cy="1569660"/>
          </a:xfrm>
          <a:prstGeom prst="rect">
            <a:avLst/>
          </a:prstGeom>
          <a:noFill/>
        </p:spPr>
        <p:txBody>
          <a:bodyPr wrap="square">
            <a:spAutoFit/>
          </a:bodyPr>
          <a:lstStyle/>
          <a:p>
            <a:r>
              <a:rPr lang="en-US" sz="2400" dirty="0">
                <a:solidFill>
                  <a:schemeClr val="bg1"/>
                </a:solidFill>
              </a:rPr>
              <a:t>Decrease the rate from</a:t>
            </a:r>
            <a:r>
              <a:rPr lang="en-US" sz="2400" dirty="0">
                <a:solidFill>
                  <a:srgbClr val="008000"/>
                </a:solidFill>
              </a:rPr>
              <a:t> </a:t>
            </a:r>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7601" y="6919893"/>
            <a:ext cx="2513659" cy="1655703"/>
          </a:xfrm>
          <a:prstGeom prst="rect">
            <a:avLst/>
          </a:prstGeom>
        </p:spPr>
      </p:pic>
    </p:spTree>
    <p:extLst>
      <p:ext uri="{BB962C8B-B14F-4D97-AF65-F5344CB8AC3E}">
        <p14:creationId xmlns:p14="http://schemas.microsoft.com/office/powerpoint/2010/main" val="40929767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 -1.48148E-6 L 0.3056 -0.00046 " pathEditMode="relative" rAng="0" ptsTypes="AA">
                                      <p:cBhvr>
                                        <p:cTn id="6" dur="2000" fill="hold"/>
                                        <p:tgtEl>
                                          <p:spTgt spid="25"/>
                                        </p:tgtEl>
                                        <p:attrNameLst>
                                          <p:attrName>ppt_x</p:attrName>
                                          <p:attrName>ppt_y</p:attrName>
                                        </p:attrNameLst>
                                      </p:cBhvr>
                                      <p:rCtr x="15273" y="-23"/>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8"/>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down)">
                                      <p:cBhvr>
                                        <p:cTn id="16" dur="500"/>
                                        <p:tgtEl>
                                          <p:spTgt spid="14"/>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00885 -0.00139 L -0.00885 -0.36065 " pathEditMode="relative" rAng="0" ptsTypes="AA">
                                      <p:cBhvr>
                                        <p:cTn id="19" dur="2000" fill="hold"/>
                                        <p:tgtEl>
                                          <p:spTgt spid="16"/>
                                        </p:tgtEl>
                                        <p:attrNameLst>
                                          <p:attrName>ppt_x</p:attrName>
                                          <p:attrName>ppt_y</p:attrName>
                                        </p:attrNameLst>
                                      </p:cBhvr>
                                      <p:rCtr x="0" y="-179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1"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8000" b="-108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DD8A090-5490-85AC-1B1E-AB391C473EB0}"/>
              </a:ext>
            </a:extLst>
          </p:cNvPr>
          <p:cNvSpPr/>
          <p:nvPr/>
        </p:nvSpPr>
        <p:spPr>
          <a:xfrm>
            <a:off x="798286" y="667656"/>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Rounded Corners 2">
            <a:extLst>
              <a:ext uri="{FF2B5EF4-FFF2-40B4-BE49-F238E27FC236}">
                <a16:creationId xmlns:a16="http://schemas.microsoft.com/office/drawing/2014/main" id="{89B82B6D-BE67-A970-9591-EA5B59E75D5F}"/>
              </a:ext>
            </a:extLst>
          </p:cNvPr>
          <p:cNvSpPr/>
          <p:nvPr/>
        </p:nvSpPr>
        <p:spPr>
          <a:xfrm>
            <a:off x="81134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8D409819-0A18-788F-85D3-1404CE4B471E}"/>
              </a:ext>
            </a:extLst>
          </p:cNvPr>
          <p:cNvSpPr/>
          <p:nvPr/>
        </p:nvSpPr>
        <p:spPr>
          <a:xfrm>
            <a:off x="4455886" y="664028"/>
            <a:ext cx="3280228" cy="5529944"/>
          </a:xfrm>
          <a:prstGeom prst="round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D22658A-B4DF-777B-66B2-095906FA49CA}"/>
              </a:ext>
            </a:extLst>
          </p:cNvPr>
          <p:cNvSpPr/>
          <p:nvPr/>
        </p:nvSpPr>
        <p:spPr bwMode="gray">
          <a:xfrm>
            <a:off x="773061" y="6347791"/>
            <a:ext cx="10619777" cy="351183"/>
          </a:xfrm>
          <a:prstGeom prst="rect">
            <a:avLst/>
          </a:prstGeom>
          <a:solidFill>
            <a:srgbClr val="B8D0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5F24E9-DCC5-859C-623F-CA46B32C3D30}"/>
              </a:ext>
            </a:extLst>
          </p:cNvPr>
          <p:cNvSpPr/>
          <p:nvPr/>
        </p:nvSpPr>
        <p:spPr>
          <a:xfrm>
            <a:off x="-2897945" y="6342026"/>
            <a:ext cx="10822745" cy="362711"/>
          </a:xfrm>
          <a:prstGeom prst="rect">
            <a:avLst/>
          </a:prstGeom>
          <a:solidFill>
            <a:srgbClr val="7389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38969"/>
              </a:solidFill>
            </a:endParaRPr>
          </a:p>
        </p:txBody>
      </p:sp>
      <p:pic>
        <p:nvPicPr>
          <p:cNvPr id="6" name="Picture 5">
            <a:extLst>
              <a:ext uri="{FF2B5EF4-FFF2-40B4-BE49-F238E27FC236}">
                <a16:creationId xmlns:a16="http://schemas.microsoft.com/office/drawing/2014/main" id="{3F7ABD17-926A-7499-44B4-1E787A06F9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6722" y="1291088"/>
            <a:ext cx="2080011" cy="1061227"/>
          </a:xfrm>
          <a:prstGeom prst="rect">
            <a:avLst/>
          </a:prstGeom>
        </p:spPr>
      </p:pic>
      <p:pic>
        <p:nvPicPr>
          <p:cNvPr id="8" name="Picture 7">
            <a:extLst>
              <a:ext uri="{FF2B5EF4-FFF2-40B4-BE49-F238E27FC236}">
                <a16:creationId xmlns:a16="http://schemas.microsoft.com/office/drawing/2014/main" id="{F9EC61CB-199E-655B-158D-F2E6E705E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4119" y="1297048"/>
            <a:ext cx="1637659" cy="1140513"/>
          </a:xfrm>
          <a:prstGeom prst="rect">
            <a:avLst/>
          </a:prstGeom>
        </p:spPr>
      </p:pic>
      <p:pic>
        <p:nvPicPr>
          <p:cNvPr id="10" name="Picture 9">
            <a:extLst>
              <a:ext uri="{FF2B5EF4-FFF2-40B4-BE49-F238E27FC236}">
                <a16:creationId xmlns:a16="http://schemas.microsoft.com/office/drawing/2014/main" id="{4E8E8079-F79D-91D2-2098-1B4F84FFA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9572" y="3030582"/>
            <a:ext cx="1588056" cy="1140513"/>
          </a:xfrm>
          <a:prstGeom prst="rect">
            <a:avLst/>
          </a:prstGeom>
        </p:spPr>
      </p:pic>
      <p:sp>
        <p:nvSpPr>
          <p:cNvPr id="7" name="TextBox 6">
            <a:extLst>
              <a:ext uri="{FF2B5EF4-FFF2-40B4-BE49-F238E27FC236}">
                <a16:creationId xmlns:a16="http://schemas.microsoft.com/office/drawing/2014/main" id="{145644D1-F6E6-DB0C-B10A-D6B9389766C8}"/>
              </a:ext>
            </a:extLst>
          </p:cNvPr>
          <p:cNvSpPr txBox="1"/>
          <p:nvPr/>
        </p:nvSpPr>
        <p:spPr>
          <a:xfrm>
            <a:off x="798286" y="2507361"/>
            <a:ext cx="3280228" cy="523220"/>
          </a:xfrm>
          <a:prstGeom prst="rect">
            <a:avLst/>
          </a:prstGeom>
          <a:noFill/>
        </p:spPr>
        <p:txBody>
          <a:bodyPr wrap="square">
            <a:spAutoFit/>
          </a:bodyPr>
          <a:lstStyle/>
          <a:p>
            <a:r>
              <a:rPr lang="en-US" sz="2800" b="1" dirty="0">
                <a:solidFill>
                  <a:srgbClr val="738969"/>
                </a:solidFill>
              </a:rPr>
              <a:t>Total Injuries in 2024</a:t>
            </a:r>
          </a:p>
        </p:txBody>
      </p:sp>
      <p:sp>
        <p:nvSpPr>
          <p:cNvPr id="9" name="TextBox 8">
            <a:extLst>
              <a:ext uri="{FF2B5EF4-FFF2-40B4-BE49-F238E27FC236}">
                <a16:creationId xmlns:a16="http://schemas.microsoft.com/office/drawing/2014/main" id="{AD4468CC-0A7C-BD5F-3780-A95A0E90722F}"/>
              </a:ext>
            </a:extLst>
          </p:cNvPr>
          <p:cNvSpPr txBox="1"/>
          <p:nvPr/>
        </p:nvSpPr>
        <p:spPr>
          <a:xfrm>
            <a:off x="938952" y="2960781"/>
            <a:ext cx="2537781" cy="1569660"/>
          </a:xfrm>
          <a:prstGeom prst="rect">
            <a:avLst/>
          </a:prstGeom>
          <a:noFill/>
        </p:spPr>
        <p:txBody>
          <a:bodyPr wrap="square" rtlCol="0">
            <a:spAutoFit/>
          </a:bodyPr>
          <a:lstStyle/>
          <a:p>
            <a:r>
              <a:rPr lang="en-US" sz="2400" dirty="0">
                <a:solidFill>
                  <a:schemeClr val="bg1"/>
                </a:solidFill>
              </a:rPr>
              <a:t>Increase NO.OF Injuries from</a:t>
            </a:r>
            <a:r>
              <a:rPr lang="en-US" sz="2400" dirty="0">
                <a:solidFill>
                  <a:srgbClr val="008000"/>
                </a:solidFill>
              </a:rPr>
              <a:t> 56k </a:t>
            </a:r>
            <a:r>
              <a:rPr lang="en-US" sz="2400" dirty="0">
                <a:solidFill>
                  <a:schemeClr val="bg1"/>
                </a:solidFill>
              </a:rPr>
              <a:t>(2022)</a:t>
            </a:r>
          </a:p>
          <a:p>
            <a:r>
              <a:rPr lang="en-US" sz="2400" dirty="0">
                <a:solidFill>
                  <a:schemeClr val="bg1"/>
                </a:solidFill>
              </a:rPr>
              <a:t> to </a:t>
            </a:r>
            <a:r>
              <a:rPr lang="en-US" sz="2400" dirty="0">
                <a:solidFill>
                  <a:srgbClr val="C00000"/>
                </a:solidFill>
              </a:rPr>
              <a:t>76K </a:t>
            </a:r>
            <a:r>
              <a:rPr lang="en-US" sz="2400" dirty="0">
                <a:solidFill>
                  <a:schemeClr val="bg1"/>
                </a:solidFill>
              </a:rPr>
              <a:t>(2024) </a:t>
            </a:r>
          </a:p>
        </p:txBody>
      </p:sp>
      <p:pic>
        <p:nvPicPr>
          <p:cNvPr id="12" name="Picture 11">
            <a:extLst>
              <a:ext uri="{FF2B5EF4-FFF2-40B4-BE49-F238E27FC236}">
                <a16:creationId xmlns:a16="http://schemas.microsoft.com/office/drawing/2014/main" id="{0D98B41A-C229-1E36-143D-D724DA6D9C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6721" y="4532684"/>
            <a:ext cx="2080011" cy="1034228"/>
          </a:xfrm>
          <a:prstGeom prst="rect">
            <a:avLst/>
          </a:prstGeom>
        </p:spPr>
      </p:pic>
      <p:sp>
        <p:nvSpPr>
          <p:cNvPr id="11" name="TextBox 10">
            <a:extLst>
              <a:ext uri="{FF2B5EF4-FFF2-40B4-BE49-F238E27FC236}">
                <a16:creationId xmlns:a16="http://schemas.microsoft.com/office/drawing/2014/main" id="{0B9CCEFA-4520-C01F-9F7E-B023CC03488A}"/>
              </a:ext>
            </a:extLst>
          </p:cNvPr>
          <p:cNvSpPr txBox="1"/>
          <p:nvPr/>
        </p:nvSpPr>
        <p:spPr>
          <a:xfrm>
            <a:off x="4488766" y="2507361"/>
            <a:ext cx="3436034" cy="523220"/>
          </a:xfrm>
          <a:prstGeom prst="rect">
            <a:avLst/>
          </a:prstGeom>
          <a:noFill/>
        </p:spPr>
        <p:txBody>
          <a:bodyPr wrap="square">
            <a:spAutoFit/>
          </a:bodyPr>
          <a:lstStyle/>
          <a:p>
            <a:r>
              <a:rPr lang="en-US" sz="2800" b="1" dirty="0">
                <a:solidFill>
                  <a:srgbClr val="738969"/>
                </a:solidFill>
              </a:rPr>
              <a:t>Cruelty Rate for 2024</a:t>
            </a:r>
          </a:p>
        </p:txBody>
      </p:sp>
      <p:sp>
        <p:nvSpPr>
          <p:cNvPr id="14" name="TextBox 13">
            <a:extLst>
              <a:ext uri="{FF2B5EF4-FFF2-40B4-BE49-F238E27FC236}">
                <a16:creationId xmlns:a16="http://schemas.microsoft.com/office/drawing/2014/main" id="{6AC0DCBE-4C19-A803-60E5-93D70F393B42}"/>
              </a:ext>
            </a:extLst>
          </p:cNvPr>
          <p:cNvSpPr txBox="1"/>
          <p:nvPr/>
        </p:nvSpPr>
        <p:spPr>
          <a:xfrm>
            <a:off x="4627080" y="2873690"/>
            <a:ext cx="3063363" cy="1569660"/>
          </a:xfrm>
          <a:prstGeom prst="rect">
            <a:avLst/>
          </a:prstGeom>
          <a:noFill/>
        </p:spPr>
        <p:txBody>
          <a:bodyPr wrap="square">
            <a:spAutoFit/>
          </a:bodyPr>
          <a:lstStyle/>
          <a:p>
            <a:r>
              <a:rPr lang="en-US" sz="2400" dirty="0">
                <a:solidFill>
                  <a:schemeClr val="bg1"/>
                </a:solidFill>
              </a:rPr>
              <a:t>Decrease the rate from</a:t>
            </a:r>
          </a:p>
          <a:p>
            <a:r>
              <a:rPr lang="en-US" sz="2400" dirty="0">
                <a:solidFill>
                  <a:srgbClr val="C00000"/>
                </a:solidFill>
              </a:rPr>
              <a:t>8.3%</a:t>
            </a:r>
            <a:r>
              <a:rPr lang="en-US" sz="2400" dirty="0">
                <a:solidFill>
                  <a:schemeClr val="bg1"/>
                </a:solidFill>
              </a:rPr>
              <a:t>to </a:t>
            </a:r>
            <a:r>
              <a:rPr lang="en-US" sz="2400" dirty="0">
                <a:solidFill>
                  <a:srgbClr val="008000"/>
                </a:solidFill>
              </a:rPr>
              <a:t>6.8% </a:t>
            </a:r>
            <a:r>
              <a:rPr lang="en-US" sz="2400" dirty="0">
                <a:solidFill>
                  <a:schemeClr val="bg1"/>
                </a:solidFill>
              </a:rPr>
              <a:t>due</a:t>
            </a:r>
            <a:r>
              <a:rPr lang="en-US" sz="2400" dirty="0">
                <a:solidFill>
                  <a:srgbClr val="008000"/>
                </a:solidFill>
              </a:rPr>
              <a:t> </a:t>
            </a:r>
            <a:r>
              <a:rPr lang="en-US" sz="2400" dirty="0">
                <a:solidFill>
                  <a:schemeClr val="bg1"/>
                </a:solidFill>
              </a:rPr>
              <a:t>to decrease NO.OF death from </a:t>
            </a:r>
            <a:r>
              <a:rPr lang="en-US" sz="2400" dirty="0">
                <a:solidFill>
                  <a:srgbClr val="C00000"/>
                </a:solidFill>
              </a:rPr>
              <a:t>5.9K </a:t>
            </a:r>
            <a:r>
              <a:rPr lang="en-US" sz="2400" dirty="0">
                <a:solidFill>
                  <a:schemeClr val="bg1"/>
                </a:solidFill>
              </a:rPr>
              <a:t>to</a:t>
            </a:r>
            <a:r>
              <a:rPr lang="en-US" sz="2400" dirty="0">
                <a:solidFill>
                  <a:srgbClr val="008000"/>
                </a:solidFill>
              </a:rPr>
              <a:t> 5.3K</a:t>
            </a:r>
          </a:p>
        </p:txBody>
      </p:sp>
      <p:pic>
        <p:nvPicPr>
          <p:cNvPr id="16" name="Picture 15">
            <a:extLst>
              <a:ext uri="{FF2B5EF4-FFF2-40B4-BE49-F238E27FC236}">
                <a16:creationId xmlns:a16="http://schemas.microsoft.com/office/drawing/2014/main" id="{B64089F6-FFD6-7CA5-FCF8-2CF1B86063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6118" y="4446232"/>
            <a:ext cx="2513659" cy="1655703"/>
          </a:xfrm>
          <a:prstGeom prst="rect">
            <a:avLst/>
          </a:prstGeom>
        </p:spPr>
      </p:pic>
      <p:sp>
        <p:nvSpPr>
          <p:cNvPr id="13" name="TextBox 12">
            <a:extLst>
              <a:ext uri="{FF2B5EF4-FFF2-40B4-BE49-F238E27FC236}">
                <a16:creationId xmlns:a16="http://schemas.microsoft.com/office/drawing/2014/main" id="{9DA14DB8-11CA-1726-27A0-55AF4578D297}"/>
              </a:ext>
            </a:extLst>
          </p:cNvPr>
          <p:cNvSpPr txBox="1"/>
          <p:nvPr/>
        </p:nvSpPr>
        <p:spPr>
          <a:xfrm>
            <a:off x="8299535" y="2437561"/>
            <a:ext cx="2908129" cy="523220"/>
          </a:xfrm>
          <a:prstGeom prst="rect">
            <a:avLst/>
          </a:prstGeom>
          <a:noFill/>
        </p:spPr>
        <p:txBody>
          <a:bodyPr wrap="square">
            <a:spAutoFit/>
          </a:bodyPr>
          <a:lstStyle/>
          <a:p>
            <a:r>
              <a:rPr lang="en-US" sz="2800" b="1" dirty="0">
                <a:solidFill>
                  <a:srgbClr val="738969"/>
                </a:solidFill>
              </a:rPr>
              <a:t>Total Ambulances</a:t>
            </a:r>
          </a:p>
        </p:txBody>
      </p:sp>
      <p:sp>
        <p:nvSpPr>
          <p:cNvPr id="15" name="TextBox 14">
            <a:extLst>
              <a:ext uri="{FF2B5EF4-FFF2-40B4-BE49-F238E27FC236}">
                <a16:creationId xmlns:a16="http://schemas.microsoft.com/office/drawing/2014/main" id="{16C7A5A1-69FD-5143-A620-B537283A3020}"/>
              </a:ext>
            </a:extLst>
          </p:cNvPr>
          <p:cNvSpPr txBox="1"/>
          <p:nvPr/>
        </p:nvSpPr>
        <p:spPr>
          <a:xfrm>
            <a:off x="8392560" y="2888693"/>
            <a:ext cx="2908129" cy="1200329"/>
          </a:xfrm>
          <a:prstGeom prst="rect">
            <a:avLst/>
          </a:prstGeom>
          <a:noFill/>
        </p:spPr>
        <p:txBody>
          <a:bodyPr wrap="square" rtlCol="0">
            <a:spAutoFit/>
          </a:bodyPr>
          <a:lstStyle/>
          <a:p>
            <a:r>
              <a:rPr lang="en-US" sz="2400" dirty="0">
                <a:solidFill>
                  <a:schemeClr val="bg1"/>
                </a:solidFill>
              </a:rPr>
              <a:t>Increase </a:t>
            </a:r>
            <a:r>
              <a:rPr lang="en-US" sz="2400" dirty="0" err="1">
                <a:solidFill>
                  <a:schemeClr val="bg1"/>
                </a:solidFill>
              </a:rPr>
              <a:t>t.ambulance</a:t>
            </a:r>
            <a:r>
              <a:rPr lang="en-US" sz="2400" dirty="0">
                <a:solidFill>
                  <a:schemeClr val="bg1"/>
                </a:solidFill>
              </a:rPr>
              <a:t> cars with total centers 1701 </a:t>
            </a:r>
          </a:p>
        </p:txBody>
      </p:sp>
      <p:pic>
        <p:nvPicPr>
          <p:cNvPr id="18" name="Picture 17">
            <a:extLst>
              <a:ext uri="{FF2B5EF4-FFF2-40B4-BE49-F238E27FC236}">
                <a16:creationId xmlns:a16="http://schemas.microsoft.com/office/drawing/2014/main" id="{0C1E267C-22BF-0A84-17FB-CA8388C6A3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59571" y="7036462"/>
            <a:ext cx="1588056" cy="1351536"/>
          </a:xfrm>
          <a:prstGeom prst="rect">
            <a:avLst/>
          </a:prstGeom>
        </p:spPr>
      </p:pic>
    </p:spTree>
    <p:extLst>
      <p:ext uri="{BB962C8B-B14F-4D97-AF65-F5344CB8AC3E}">
        <p14:creationId xmlns:p14="http://schemas.microsoft.com/office/powerpoint/2010/main" val="2451331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grpId="0" nodeType="withEffect">
                                  <p:stCondLst>
                                    <p:cond delay="0"/>
                                  </p:stCondLst>
                                  <p:childTnLst>
                                    <p:animMotion origin="layout" path="M 0.03698 2.59259E-6 L 0.28698 2.59259E-6 " pathEditMode="relative" rAng="0" ptsTypes="AA">
                                      <p:cBhvr>
                                        <p:cTn id="6" dur="2000" fill="hold"/>
                                        <p:tgtEl>
                                          <p:spTgt spid="25"/>
                                        </p:tgtEl>
                                        <p:attrNameLst>
                                          <p:attrName>ppt_x</p:attrName>
                                          <p:attrName>ppt_y</p:attrName>
                                        </p:attrNameLst>
                                      </p:cBhvr>
                                      <p:rCtr x="12500" y="0"/>
                                    </p:animMotion>
                                  </p:childTnLst>
                                </p:cTn>
                              </p:par>
                              <p:par>
                                <p:cTn id="7" presetID="64" presetClass="path" presetSubtype="0" accel="50000" decel="50000" fill="hold" nodeType="withEffect">
                                  <p:stCondLst>
                                    <p:cond delay="0"/>
                                  </p:stCondLst>
                                  <p:childTnLst>
                                    <p:animMotion origin="layout" path="M 0 0 L 0 -0.25 E" pathEditMode="relative" ptsTypes="">
                                      <p:cBhvr>
                                        <p:cTn id="8" dur="2000" fill="hold"/>
                                        <p:tgtEl>
                                          <p:spTgt spid="10"/>
                                        </p:tgtEl>
                                        <p:attrNameLst>
                                          <p:attrName>ppt_x</p:attrName>
                                          <p:attrName>ppt_y</p:attrName>
                                        </p:attrNameLst>
                                      </p:cBhvr>
                                    </p:animMotion>
                                  </p:childTnLst>
                                </p:cTn>
                              </p:par>
                            </p:childTnLst>
                          </p:cTn>
                        </p:par>
                        <p:par>
                          <p:cTn id="9" fill="hold">
                            <p:stCondLst>
                              <p:cond delay="2000"/>
                            </p:stCondLst>
                            <p:childTnLst>
                              <p:par>
                                <p:cTn id="10" presetID="22" presetClass="entr" presetSubtype="4"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par>
                          <p:cTn id="13" fill="hold">
                            <p:stCondLst>
                              <p:cond delay="2500"/>
                            </p:stCondLst>
                            <p:childTnLst>
                              <p:par>
                                <p:cTn id="14" presetID="22" presetClass="entr" presetSubtype="4"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down)">
                                      <p:cBhvr>
                                        <p:cTn id="16" dur="500"/>
                                        <p:tgtEl>
                                          <p:spTgt spid="15"/>
                                        </p:tgtEl>
                                      </p:cBhvr>
                                    </p:animEffect>
                                  </p:childTnLst>
                                </p:cTn>
                              </p:par>
                            </p:childTnLst>
                          </p:cTn>
                        </p:par>
                        <p:par>
                          <p:cTn id="17" fill="hold">
                            <p:stCondLst>
                              <p:cond delay="3000"/>
                            </p:stCondLst>
                            <p:childTnLst>
                              <p:par>
                                <p:cTn id="18" presetID="64" presetClass="path" presetSubtype="0" accel="50000" decel="50000" fill="hold" nodeType="afterEffect">
                                  <p:stCondLst>
                                    <p:cond delay="0"/>
                                  </p:stCondLst>
                                  <p:childTnLst>
                                    <p:animMotion origin="layout" path="M 0 2.96296E-6 L 0.00195 -0.36852 " pathEditMode="relative" rAng="0" ptsTypes="AA">
                                      <p:cBhvr>
                                        <p:cTn id="19" dur="2000" fill="hold"/>
                                        <p:tgtEl>
                                          <p:spTgt spid="18"/>
                                        </p:tgtEl>
                                        <p:attrNameLst>
                                          <p:attrName>ppt_x</p:attrName>
                                          <p:attrName>ppt_y</p:attrName>
                                        </p:attrNameLst>
                                      </p:cBhvr>
                                      <p:rCtr x="91" y="-184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3"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5883140" y="343407"/>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a:off x="-3292250" y="-2358858"/>
            <a:ext cx="10410502" cy="10869812"/>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3" name="TextBox 12">
            <a:extLst>
              <a:ext uri="{FF2B5EF4-FFF2-40B4-BE49-F238E27FC236}">
                <a16:creationId xmlns:a16="http://schemas.microsoft.com/office/drawing/2014/main" id="{12B1C859-E51E-DF3F-3B37-18EF27B11262}"/>
              </a:ext>
            </a:extLst>
          </p:cNvPr>
          <p:cNvSpPr txBox="1"/>
          <p:nvPr/>
        </p:nvSpPr>
        <p:spPr>
          <a:xfrm rot="5400000">
            <a:off x="3503993" y="3044279"/>
            <a:ext cx="1570653" cy="769441"/>
          </a:xfrm>
          <a:prstGeom prst="rect">
            <a:avLst/>
          </a:prstGeom>
          <a:noFill/>
        </p:spPr>
        <p:txBody>
          <a:bodyPr wrap="square" rtlCol="0">
            <a:spAutoFit/>
          </a:bodyPr>
          <a:lstStyle/>
          <a:p>
            <a:endParaRPr lang="en-US" sz="4400" b="1" dirty="0">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No.3</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E1E9F5-7486-4907-5822-F5ED7FE838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40" y="1628952"/>
            <a:ext cx="3573714" cy="2844574"/>
          </a:xfrm>
          <a:prstGeom prst="rect">
            <a:avLst/>
          </a:prstGeom>
        </p:spPr>
      </p:pic>
      <p:pic>
        <p:nvPicPr>
          <p:cNvPr id="9" name="Picture 8">
            <a:extLst>
              <a:ext uri="{FF2B5EF4-FFF2-40B4-BE49-F238E27FC236}">
                <a16:creationId xmlns:a16="http://schemas.microsoft.com/office/drawing/2014/main" id="{4A349708-9F91-F58E-FB29-9BF21C67D6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649" y="5351524"/>
            <a:ext cx="3181794" cy="2124371"/>
          </a:xfrm>
          <a:prstGeom prst="rect">
            <a:avLst/>
          </a:prstGeom>
        </p:spPr>
      </p:pic>
      <p:pic>
        <p:nvPicPr>
          <p:cNvPr id="12" name="Picture 11">
            <a:extLst>
              <a:ext uri="{FF2B5EF4-FFF2-40B4-BE49-F238E27FC236}">
                <a16:creationId xmlns:a16="http://schemas.microsoft.com/office/drawing/2014/main" id="{1C9BBA3E-6949-DBB3-1B4D-E3CD96A8B5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775" y="-1149207"/>
            <a:ext cx="2876951" cy="2152950"/>
          </a:xfrm>
          <a:prstGeom prst="rect">
            <a:avLst/>
          </a:prstGeom>
        </p:spPr>
      </p:pic>
      <p:graphicFrame>
        <p:nvGraphicFramePr>
          <p:cNvPr id="2" name="Diagram 1">
            <a:extLst>
              <a:ext uri="{FF2B5EF4-FFF2-40B4-BE49-F238E27FC236}">
                <a16:creationId xmlns:a16="http://schemas.microsoft.com/office/drawing/2014/main" id="{8D0A1D9B-F3BD-7EE2-9506-B83F607AC9D9}"/>
              </a:ext>
            </a:extLst>
          </p:cNvPr>
          <p:cNvGraphicFramePr/>
          <p:nvPr>
            <p:extLst>
              <p:ext uri="{D42A27DB-BD31-4B8C-83A1-F6EECF244321}">
                <p14:modId xmlns:p14="http://schemas.microsoft.com/office/powerpoint/2010/main" val="693063595"/>
              </p:ext>
            </p:extLst>
          </p:nvPr>
        </p:nvGraphicFramePr>
        <p:xfrm>
          <a:off x="7816109" y="1393207"/>
          <a:ext cx="4039043" cy="52669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4" name="TextBox 13">
            <a:extLst>
              <a:ext uri="{FF2B5EF4-FFF2-40B4-BE49-F238E27FC236}">
                <a16:creationId xmlns:a16="http://schemas.microsoft.com/office/drawing/2014/main" id="{B821C9CD-DF30-F349-D852-FDCF691C248E}"/>
              </a:ext>
            </a:extLst>
          </p:cNvPr>
          <p:cNvSpPr txBox="1"/>
          <p:nvPr/>
        </p:nvSpPr>
        <p:spPr>
          <a:xfrm>
            <a:off x="7919730" y="5365171"/>
            <a:ext cx="3760237" cy="1323439"/>
          </a:xfrm>
          <a:prstGeom prst="rect">
            <a:avLst/>
          </a:prstGeom>
          <a:noFill/>
        </p:spPr>
        <p:txBody>
          <a:bodyPr wrap="square">
            <a:spAutoFit/>
          </a:bodyPr>
          <a:lstStyle/>
          <a:p>
            <a:r>
              <a:rPr lang="en-US" sz="2000" dirty="0">
                <a:solidFill>
                  <a:schemeClr val="bg1"/>
                </a:solidFill>
              </a:rPr>
              <a:t>Traffic officers should ensure that young drivers within this age group hold valid driving licenses and vehicle permit </a:t>
            </a:r>
          </a:p>
        </p:txBody>
      </p:sp>
    </p:spTree>
    <p:extLst>
      <p:ext uri="{BB962C8B-B14F-4D97-AF65-F5344CB8AC3E}">
        <p14:creationId xmlns:p14="http://schemas.microsoft.com/office/powerpoint/2010/main" val="6805470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816021-4058-5E35-9151-7B567BE2298B}"/>
              </a:ext>
            </a:extLst>
          </p:cNvPr>
          <p:cNvSpPr txBox="1"/>
          <p:nvPr/>
        </p:nvSpPr>
        <p:spPr>
          <a:xfrm>
            <a:off x="6203369" y="478301"/>
            <a:ext cx="5796827" cy="1631216"/>
          </a:xfrm>
          <a:prstGeom prst="rect">
            <a:avLst/>
          </a:prstGeom>
          <a:noFill/>
        </p:spPr>
        <p:txBody>
          <a:bodyPr wrap="square" rtlCol="0">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a:p>
            <a:endParaRPr lang="en-US" sz="4000" dirty="0">
              <a:solidFill>
                <a:srgbClr val="222F18"/>
              </a:solidFill>
              <a:latin typeface="Arial Black" panose="020B0A04020102020204" pitchFamily="34" charset="0"/>
            </a:endParaRPr>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5400000">
            <a:off x="-3402339" y="-2233854"/>
            <a:ext cx="10734515" cy="10362938"/>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2F4F33"/>
              </a:solidFill>
            </a:endParaRPr>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No.4</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5A70795-1CD8-6B98-116D-D61EB2137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592" y="1627632"/>
            <a:ext cx="3575304" cy="2747420"/>
          </a:xfrm>
          <a:prstGeom prst="rect">
            <a:avLst/>
          </a:prstGeom>
        </p:spPr>
      </p:pic>
      <p:pic>
        <p:nvPicPr>
          <p:cNvPr id="4" name="Picture 3">
            <a:extLst>
              <a:ext uri="{FF2B5EF4-FFF2-40B4-BE49-F238E27FC236}">
                <a16:creationId xmlns:a16="http://schemas.microsoft.com/office/drawing/2014/main" id="{4AB86FB9-018C-292E-22D3-F2044D1CA1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804" y="-1275967"/>
            <a:ext cx="2876951" cy="2152950"/>
          </a:xfrm>
          <a:prstGeom prst="rect">
            <a:avLst/>
          </a:prstGeom>
        </p:spPr>
      </p:pic>
      <p:pic>
        <p:nvPicPr>
          <p:cNvPr id="7" name="Picture 6">
            <a:extLst>
              <a:ext uri="{FF2B5EF4-FFF2-40B4-BE49-F238E27FC236}">
                <a16:creationId xmlns:a16="http://schemas.microsoft.com/office/drawing/2014/main" id="{7A053C9A-7FDA-E71B-5693-15D30CE491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228" y="5534630"/>
            <a:ext cx="2876951" cy="2011830"/>
          </a:xfrm>
          <a:prstGeom prst="rect">
            <a:avLst/>
          </a:prstGeom>
        </p:spPr>
      </p:pic>
      <p:graphicFrame>
        <p:nvGraphicFramePr>
          <p:cNvPr id="9" name="Diagram 8">
            <a:extLst>
              <a:ext uri="{FF2B5EF4-FFF2-40B4-BE49-F238E27FC236}">
                <a16:creationId xmlns:a16="http://schemas.microsoft.com/office/drawing/2014/main" id="{A22FBACE-873D-43EE-8107-9023B6C06DC7}"/>
              </a:ext>
            </a:extLst>
          </p:cNvPr>
          <p:cNvGraphicFramePr/>
          <p:nvPr>
            <p:extLst>
              <p:ext uri="{D42A27DB-BD31-4B8C-83A1-F6EECF244321}">
                <p14:modId xmlns:p14="http://schemas.microsoft.com/office/powerpoint/2010/main" val="2516477950"/>
              </p:ext>
            </p:extLst>
          </p:nvPr>
        </p:nvGraphicFramePr>
        <p:xfrm>
          <a:off x="7526888" y="1509352"/>
          <a:ext cx="4557932" cy="45243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077819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01BDC99-E710-66FC-C305-DE40AE6043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682" y="1695363"/>
            <a:ext cx="3575304" cy="2675559"/>
          </a:xfrm>
          <a:prstGeom prst="rect">
            <a:avLst/>
          </a:prstGeom>
        </p:spPr>
      </p:pic>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4C545994-B92D-D2C4-91D7-6BA79E6925A7}"/>
              </a:ext>
            </a:extLst>
          </p:cNvPr>
          <p:cNvGraphicFramePr/>
          <p:nvPr>
            <p:extLst>
              <p:ext uri="{D42A27DB-BD31-4B8C-83A1-F6EECF244321}">
                <p14:modId xmlns:p14="http://schemas.microsoft.com/office/powerpoint/2010/main" val="3952546471"/>
              </p:ext>
            </p:extLst>
          </p:nvPr>
        </p:nvGraphicFramePr>
        <p:xfrm>
          <a:off x="7671868" y="1693265"/>
          <a:ext cx="4325060" cy="46892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Picture 11">
            <a:extLst>
              <a:ext uri="{FF2B5EF4-FFF2-40B4-BE49-F238E27FC236}">
                <a16:creationId xmlns:a16="http://schemas.microsoft.com/office/drawing/2014/main" id="{E8A4A2DC-470D-D558-7CFB-E6E01499F0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3722" y="5483597"/>
            <a:ext cx="2632890" cy="2023228"/>
          </a:xfrm>
          <a:prstGeom prst="rect">
            <a:avLst/>
          </a:prstGeom>
        </p:spPr>
      </p:pic>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13722" y="-1019318"/>
            <a:ext cx="2721878" cy="2038635"/>
          </a:xfrm>
          <a:prstGeom prst="rect">
            <a:avLst/>
          </a:prstGeom>
        </p:spPr>
      </p:pic>
    </p:spTree>
    <p:extLst>
      <p:ext uri="{BB962C8B-B14F-4D97-AF65-F5344CB8AC3E}">
        <p14:creationId xmlns:p14="http://schemas.microsoft.com/office/powerpoint/2010/main" val="413593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06153A7-01DC-588A-DE68-A8BAAFAA0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8191" y="1504842"/>
            <a:ext cx="3572265" cy="2675559"/>
          </a:xfrm>
          <a:prstGeom prst="rect">
            <a:avLst/>
          </a:prstGeom>
        </p:spPr>
      </p:pic>
      <p:pic>
        <p:nvPicPr>
          <p:cNvPr id="2" name="Picture 1">
            <a:extLst>
              <a:ext uri="{FF2B5EF4-FFF2-40B4-BE49-F238E27FC236}">
                <a16:creationId xmlns:a16="http://schemas.microsoft.com/office/drawing/2014/main" id="{F37CAC20-083F-D1F3-8E8F-E8CC90704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98" y="5538883"/>
            <a:ext cx="2757389" cy="2063477"/>
          </a:xfrm>
          <a:prstGeom prst="rect">
            <a:avLst/>
          </a:prstGeom>
        </p:spPr>
      </p:pic>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998" y="-1304288"/>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3" name="Diagram 2">
            <a:extLst>
              <a:ext uri="{FF2B5EF4-FFF2-40B4-BE49-F238E27FC236}">
                <a16:creationId xmlns:a16="http://schemas.microsoft.com/office/drawing/2014/main" id="{7AECC36B-8370-5809-6FF4-B605ED5DAABF}"/>
              </a:ext>
            </a:extLst>
          </p:cNvPr>
          <p:cNvGraphicFramePr/>
          <p:nvPr>
            <p:extLst>
              <p:ext uri="{D42A27DB-BD31-4B8C-83A1-F6EECF244321}">
                <p14:modId xmlns:p14="http://schemas.microsoft.com/office/powerpoint/2010/main" val="849944962"/>
              </p:ext>
            </p:extLst>
          </p:nvPr>
        </p:nvGraphicFramePr>
        <p:xfrm>
          <a:off x="7333673" y="1842448"/>
          <a:ext cx="4663255" cy="45400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775925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0800000">
            <a:off x="-2914087" y="-2102514"/>
            <a:ext cx="10148665" cy="10271313"/>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No.1</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59A234D-BEF8-6484-D7E8-2445AF52F617}"/>
              </a:ext>
            </a:extLst>
          </p:cNvPr>
          <p:cNvSpPr txBox="1"/>
          <p:nvPr/>
        </p:nvSpPr>
        <p:spPr>
          <a:xfrm>
            <a:off x="6199632" y="475487"/>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12" name="Diagram 11">
            <a:extLst>
              <a:ext uri="{FF2B5EF4-FFF2-40B4-BE49-F238E27FC236}">
                <a16:creationId xmlns:a16="http://schemas.microsoft.com/office/drawing/2014/main" id="{5A3D0440-B027-7296-51FF-8FF2D3F5F8B3}"/>
              </a:ext>
            </a:extLst>
          </p:cNvPr>
          <p:cNvGraphicFramePr/>
          <p:nvPr>
            <p:extLst>
              <p:ext uri="{D42A27DB-BD31-4B8C-83A1-F6EECF244321}">
                <p14:modId xmlns:p14="http://schemas.microsoft.com/office/powerpoint/2010/main" val="3223219854"/>
              </p:ext>
            </p:extLst>
          </p:nvPr>
        </p:nvGraphicFramePr>
        <p:xfrm>
          <a:off x="7651664" y="1673472"/>
          <a:ext cx="4345264" cy="4514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6" name="Picture 15">
            <a:extLst>
              <a:ext uri="{FF2B5EF4-FFF2-40B4-BE49-F238E27FC236}">
                <a16:creationId xmlns:a16="http://schemas.microsoft.com/office/drawing/2014/main" id="{ABF2359D-CBC8-682E-2337-B883D3F4784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3722" y="5665112"/>
            <a:ext cx="2721878" cy="2038635"/>
          </a:xfrm>
          <a:prstGeom prst="rect">
            <a:avLst/>
          </a:prstGeom>
        </p:spPr>
      </p:pic>
      <p:pic>
        <p:nvPicPr>
          <p:cNvPr id="3" name="Picture 2">
            <a:extLst>
              <a:ext uri="{FF2B5EF4-FFF2-40B4-BE49-F238E27FC236}">
                <a16:creationId xmlns:a16="http://schemas.microsoft.com/office/drawing/2014/main" id="{551F31E3-5FF2-7B16-4410-16DBEB991E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62313" y="1774465"/>
            <a:ext cx="3572265" cy="2675558"/>
          </a:xfrm>
          <a:prstGeom prst="rect">
            <a:avLst/>
          </a:prstGeom>
        </p:spPr>
      </p:pic>
      <p:pic>
        <p:nvPicPr>
          <p:cNvPr id="2" name="Picture 1">
            <a:extLst>
              <a:ext uri="{FF2B5EF4-FFF2-40B4-BE49-F238E27FC236}">
                <a16:creationId xmlns:a16="http://schemas.microsoft.com/office/drawing/2014/main" id="{148870ED-BECD-5B9C-FEAE-C4CC31D658F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9151" y="-1408762"/>
            <a:ext cx="3382187" cy="2443032"/>
          </a:xfrm>
          <a:prstGeom prst="rect">
            <a:avLst/>
          </a:prstGeom>
        </p:spPr>
      </p:pic>
    </p:spTree>
    <p:extLst>
      <p:ext uri="{BB962C8B-B14F-4D97-AF65-F5344CB8AC3E}">
        <p14:creationId xmlns:p14="http://schemas.microsoft.com/office/powerpoint/2010/main" val="243417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7000" t="-126000" b="-126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AAD8AA9-C9B5-9959-6C26-C348AB006064}"/>
              </a:ext>
            </a:extLst>
          </p:cNvPr>
          <p:cNvSpPr/>
          <p:nvPr/>
        </p:nvSpPr>
        <p:spPr>
          <a:xfrm>
            <a:off x="634998" y="8062685"/>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0C9958F-CB09-FCF6-E1BD-401371E824B1}"/>
              </a:ext>
            </a:extLst>
          </p:cNvPr>
          <p:cNvSpPr/>
          <p:nvPr/>
        </p:nvSpPr>
        <p:spPr>
          <a:xfrm>
            <a:off x="634998" y="8314870"/>
            <a:ext cx="4158343" cy="22134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Summing Junction 9">
            <a:extLst>
              <a:ext uri="{FF2B5EF4-FFF2-40B4-BE49-F238E27FC236}">
                <a16:creationId xmlns:a16="http://schemas.microsoft.com/office/drawing/2014/main" id="{501F130F-FC1A-1366-DF70-2F6DADEAD8EA}"/>
              </a:ext>
            </a:extLst>
          </p:cNvPr>
          <p:cNvSpPr/>
          <p:nvPr/>
        </p:nvSpPr>
        <p:spPr>
          <a:xfrm rot="16200000">
            <a:off x="-3182897" y="-2280666"/>
            <a:ext cx="10440127" cy="10246577"/>
          </a:xfrm>
          <a:prstGeom prst="flowChartSummingJunction">
            <a:avLst/>
          </a:prstGeom>
          <a:noFill/>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1037ED0-3CAB-E15A-8095-B8B1BFFBC649}"/>
              </a:ext>
            </a:extLst>
          </p:cNvPr>
          <p:cNvSpPr txBox="1"/>
          <p:nvPr/>
        </p:nvSpPr>
        <p:spPr>
          <a:xfrm rot="16200000">
            <a:off x="-2313753" y="2727524"/>
            <a:ext cx="1478901" cy="769441"/>
          </a:xfrm>
          <a:prstGeom prst="rect">
            <a:avLst/>
          </a:prstGeom>
          <a:noFill/>
        </p:spPr>
        <p:txBody>
          <a:bodyPr wrap="square">
            <a:spAutoFit/>
          </a:bodyPr>
          <a:lstStyle/>
          <a:p>
            <a:r>
              <a:rPr lang="en-US" sz="4400" b="1" dirty="0">
                <a:solidFill>
                  <a:srgbClr val="738969"/>
                </a:solidFill>
              </a:rPr>
              <a:t>No.2</a:t>
            </a:r>
          </a:p>
        </p:txBody>
      </p:sp>
      <p:sp useBgFill="1">
        <p:nvSpPr>
          <p:cNvPr id="22" name="Flowchart: Connector 21">
            <a:extLst>
              <a:ext uri="{FF2B5EF4-FFF2-40B4-BE49-F238E27FC236}">
                <a16:creationId xmlns:a16="http://schemas.microsoft.com/office/drawing/2014/main" id="{B7C9CE14-0F37-0491-9EEF-31E7D6338EDD}"/>
              </a:ext>
            </a:extLst>
          </p:cNvPr>
          <p:cNvSpPr/>
          <p:nvPr/>
        </p:nvSpPr>
        <p:spPr>
          <a:xfrm>
            <a:off x="-524637" y="1393208"/>
            <a:ext cx="3760237" cy="3756210"/>
          </a:xfrm>
          <a:prstGeom prst="flowChartConnector">
            <a:avLst/>
          </a:prstGeom>
          <a:ln>
            <a:solidFill>
              <a:srgbClr val="738969"/>
            </a:solidFill>
          </a:ln>
          <a:effectLst>
            <a:outerShdw blurRad="1524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D20C855-FAA7-C714-BE80-259C64A5D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509" y="5401602"/>
            <a:ext cx="2757389" cy="2237171"/>
          </a:xfrm>
          <a:prstGeom prst="rect">
            <a:avLst/>
          </a:prstGeom>
        </p:spPr>
      </p:pic>
      <p:sp>
        <p:nvSpPr>
          <p:cNvPr id="11" name="TextBox 10">
            <a:extLst>
              <a:ext uri="{FF2B5EF4-FFF2-40B4-BE49-F238E27FC236}">
                <a16:creationId xmlns:a16="http://schemas.microsoft.com/office/drawing/2014/main" id="{25A959AF-4543-B2D6-4DA4-CF0529287F00}"/>
              </a:ext>
            </a:extLst>
          </p:cNvPr>
          <p:cNvSpPr txBox="1"/>
          <p:nvPr/>
        </p:nvSpPr>
        <p:spPr>
          <a:xfrm>
            <a:off x="6199632" y="475488"/>
            <a:ext cx="5797296" cy="1627632"/>
          </a:xfrm>
          <a:prstGeom prst="rect">
            <a:avLst/>
          </a:prstGeom>
          <a:noFill/>
        </p:spPr>
        <p:txBody>
          <a:bodyPr wrap="square">
            <a:spAutoFit/>
          </a:bodyPr>
          <a:lstStyle/>
          <a:p>
            <a:pPr algn="ctr"/>
            <a:r>
              <a:rPr lang="en-US" sz="6000" b="1" dirty="0">
                <a:solidFill>
                  <a:srgbClr val="B8D0BE"/>
                </a:solidFill>
                <a:effectLst>
                  <a:innerShdw blurRad="63500" dist="50800" dir="18900000">
                    <a:prstClr val="black">
                      <a:alpha val="50000"/>
                    </a:prstClr>
                  </a:innerShdw>
                </a:effectLst>
                <a:latin typeface="Arial Black" panose="020B0A04020102020204" pitchFamily="34" charset="0"/>
              </a:rPr>
              <a:t>Insights</a:t>
            </a:r>
          </a:p>
        </p:txBody>
      </p:sp>
      <p:graphicFrame>
        <p:nvGraphicFramePr>
          <p:cNvPr id="2" name="Diagram 1">
            <a:extLst>
              <a:ext uri="{FF2B5EF4-FFF2-40B4-BE49-F238E27FC236}">
                <a16:creationId xmlns:a16="http://schemas.microsoft.com/office/drawing/2014/main" id="{C0FC6F4F-1A0A-3B4C-5E84-3CE089820462}"/>
              </a:ext>
            </a:extLst>
          </p:cNvPr>
          <p:cNvGraphicFramePr/>
          <p:nvPr>
            <p:extLst>
              <p:ext uri="{D42A27DB-BD31-4B8C-83A1-F6EECF244321}">
                <p14:modId xmlns:p14="http://schemas.microsoft.com/office/powerpoint/2010/main" val="4046242959"/>
              </p:ext>
            </p:extLst>
          </p:nvPr>
        </p:nvGraphicFramePr>
        <p:xfrm>
          <a:off x="7426036" y="1478110"/>
          <a:ext cx="4765964" cy="47564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1D0039D8-EF43-D10F-7B9C-3509A0BC692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6067" y="-1254313"/>
            <a:ext cx="2779533" cy="2011830"/>
          </a:xfrm>
          <a:prstGeom prst="rect">
            <a:avLst/>
          </a:prstGeom>
        </p:spPr>
      </p:pic>
      <p:pic>
        <p:nvPicPr>
          <p:cNvPr id="9" name="Picture 8">
            <a:extLst>
              <a:ext uri="{FF2B5EF4-FFF2-40B4-BE49-F238E27FC236}">
                <a16:creationId xmlns:a16="http://schemas.microsoft.com/office/drawing/2014/main" id="{CF6BA5DF-CD28-0BEE-D549-88866A21D04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33009" y="1621106"/>
            <a:ext cx="3760237" cy="2443032"/>
          </a:xfrm>
          <a:prstGeom prst="rect">
            <a:avLst/>
          </a:prstGeom>
        </p:spPr>
      </p:pic>
    </p:spTree>
    <p:extLst>
      <p:ext uri="{BB962C8B-B14F-4D97-AF65-F5344CB8AC3E}">
        <p14:creationId xmlns:p14="http://schemas.microsoft.com/office/powerpoint/2010/main" val="118465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46AA4497-7687-147E-E257-5B66F6419DEC}"/>
              </a:ext>
            </a:extLst>
          </p:cNvPr>
          <p:cNvSpPr/>
          <p:nvPr/>
        </p:nvSpPr>
        <p:spPr>
          <a:xfrm>
            <a:off x="283026" y="2036276"/>
            <a:ext cx="11625943" cy="1751910"/>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25" name="TextBox 24">
            <a:extLst>
              <a:ext uri="{FF2B5EF4-FFF2-40B4-BE49-F238E27FC236}">
                <a16:creationId xmlns:a16="http://schemas.microsoft.com/office/drawing/2014/main" id="{D9FD1051-8D05-20EC-507C-01454467A348}"/>
              </a:ext>
            </a:extLst>
          </p:cNvPr>
          <p:cNvSpPr txBox="1"/>
          <p:nvPr/>
        </p:nvSpPr>
        <p:spPr>
          <a:xfrm>
            <a:off x="2278743" y="290286"/>
            <a:ext cx="7973401" cy="1015663"/>
          </a:xfrm>
          <a:prstGeom prst="rect">
            <a:avLst/>
          </a:prstGeom>
          <a:noFill/>
        </p:spPr>
        <p:txBody>
          <a:bodyPr wrap="none" rtlCol="0">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620228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F47B514-A0BE-83DE-DD3C-E0D3D03F8763}"/>
              </a:ext>
            </a:extLst>
          </p:cNvPr>
          <p:cNvSpPr/>
          <p:nvPr/>
        </p:nvSpPr>
        <p:spPr>
          <a:xfrm>
            <a:off x="391887" y="3763476"/>
            <a:ext cx="11379200" cy="159657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61886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A170C7A-D899-D59F-5618-B5733CB6C64F}"/>
              </a:ext>
            </a:extLst>
          </p:cNvPr>
          <p:cNvSpPr/>
          <p:nvPr/>
        </p:nvSpPr>
        <p:spPr>
          <a:xfrm>
            <a:off x="624113" y="4946434"/>
            <a:ext cx="11001829"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8F47B514-A0BE-83DE-DD3C-E0D3D03F8763}"/>
              </a:ext>
            </a:extLst>
          </p:cNvPr>
          <p:cNvSpPr/>
          <p:nvPr/>
        </p:nvSpPr>
        <p:spPr>
          <a:xfrm>
            <a:off x="406397" y="4431133"/>
            <a:ext cx="11379200"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Require regular medical and drug examination for drivers.</a:t>
            </a:r>
          </a:p>
        </p:txBody>
      </p:sp>
      <p:sp>
        <p:nvSpPr>
          <p:cNvPr id="24" name="Rectangle: Rounded Corners 23">
            <a:extLst>
              <a:ext uri="{FF2B5EF4-FFF2-40B4-BE49-F238E27FC236}">
                <a16:creationId xmlns:a16="http://schemas.microsoft.com/office/drawing/2014/main" id="{46AA4497-7687-147E-E257-5B66F6419DEC}"/>
              </a:ext>
            </a:extLst>
          </p:cNvPr>
          <p:cNvSpPr/>
          <p:nvPr/>
        </p:nvSpPr>
        <p:spPr>
          <a:xfrm>
            <a:off x="283026" y="3162996"/>
            <a:ext cx="11625943"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Use alcohol detection devices (Ignition Interlock Devices) in vehicles to prevent drunk driving</a:t>
            </a:r>
            <a:endParaRPr lang="en-US" sz="2400" dirty="0"/>
          </a:p>
        </p:txBody>
      </p:sp>
      <p:sp>
        <p:nvSpPr>
          <p:cNvPr id="23" name="Rectangle: Rounded Corners 22">
            <a:extLst>
              <a:ext uri="{FF2B5EF4-FFF2-40B4-BE49-F238E27FC236}">
                <a16:creationId xmlns:a16="http://schemas.microsoft.com/office/drawing/2014/main" id="{F68256C9-D094-88D6-E40E-D48C4F1C26D3}"/>
              </a:ext>
            </a:extLst>
          </p:cNvPr>
          <p:cNvSpPr/>
          <p:nvPr/>
        </p:nvSpPr>
        <p:spPr>
          <a:xfrm>
            <a:off x="145142" y="1748782"/>
            <a:ext cx="11901714" cy="1596571"/>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rial" panose="020B0604020202020204" pitchFamily="34" charset="0"/>
                <a:cs typeface="Arial" panose="020B0604020202020204" pitchFamily="34" charset="0"/>
              </a:rPr>
              <a:t>Applying the Vision Zero Strategy According to the Ministry of Health Standards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0495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26825435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42241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Separate heavy transport routes from private car lanes.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Place warning signs on dangerous roads and intersections</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Build traffic islands and launch awareness campaigns targeting youth.</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19423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68637528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89581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Impose regular rest periods for drivers to reduce fatigue-related accidents.</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Construct pedestrian tunnels to ensure safe crossing</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ITS (Intelligent Transportation System)</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170219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13EB42D-0DF3-631B-85E2-EC713CA6D3F7}"/>
              </a:ext>
            </a:extLst>
          </p:cNvPr>
          <p:cNvSpPr/>
          <p:nvPr/>
        </p:nvSpPr>
        <p:spPr>
          <a:xfrm>
            <a:off x="595084" y="2451695"/>
            <a:ext cx="110598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377793175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1C14A3C-E895-8F0B-BC6D-90E2DD40A11F}"/>
              </a:ext>
            </a:extLst>
          </p:cNvPr>
          <p:cNvSpPr/>
          <p:nvPr/>
        </p:nvSpPr>
        <p:spPr>
          <a:xfrm>
            <a:off x="718457" y="3692668"/>
            <a:ext cx="10755086" cy="1439852"/>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566057"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87167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4ED4614-16AC-E3C4-4CA5-BCC04438A5B1}"/>
              </a:ext>
            </a:extLst>
          </p:cNvPr>
          <p:cNvSpPr/>
          <p:nvPr/>
        </p:nvSpPr>
        <p:spPr>
          <a:xfrm>
            <a:off x="845458" y="5000921"/>
            <a:ext cx="10501084" cy="1439851"/>
          </a:xfrm>
          <a:prstGeom prst="roundRect">
            <a:avLst/>
          </a:prstGeom>
          <a:solidFill>
            <a:srgbClr val="505F4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2" name="Rectangle: Rounded Corners 1">
            <a:extLst>
              <a:ext uri="{FF2B5EF4-FFF2-40B4-BE49-F238E27FC236}">
                <a16:creationId xmlns:a16="http://schemas.microsoft.com/office/drawing/2014/main" id="{51C14A3C-E895-8F0B-BC6D-90E2DD40A11F}"/>
              </a:ext>
            </a:extLst>
          </p:cNvPr>
          <p:cNvSpPr/>
          <p:nvPr/>
        </p:nvSpPr>
        <p:spPr>
          <a:xfrm>
            <a:off x="718457" y="4478157"/>
            <a:ext cx="107550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Apply Trauma Stabilization unit each 30-40km</a:t>
            </a:r>
          </a:p>
        </p:txBody>
      </p:sp>
      <p:sp>
        <p:nvSpPr>
          <p:cNvPr id="5" name="Rectangle: Rounded Corners 4">
            <a:extLst>
              <a:ext uri="{FF2B5EF4-FFF2-40B4-BE49-F238E27FC236}">
                <a16:creationId xmlns:a16="http://schemas.microsoft.com/office/drawing/2014/main" id="{313EB42D-0DF3-631B-85E2-EC713CA6D3F7}"/>
              </a:ext>
            </a:extLst>
          </p:cNvPr>
          <p:cNvSpPr/>
          <p:nvPr/>
        </p:nvSpPr>
        <p:spPr>
          <a:xfrm>
            <a:off x="682174" y="3235467"/>
            <a:ext cx="11059886"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Enhance road lighting for better visibility at night.</a:t>
            </a:r>
          </a:p>
        </p:txBody>
      </p:sp>
      <p:sp>
        <p:nvSpPr>
          <p:cNvPr id="3" name="Rectangle: Rounded Corners 2">
            <a:extLst>
              <a:ext uri="{FF2B5EF4-FFF2-40B4-BE49-F238E27FC236}">
                <a16:creationId xmlns:a16="http://schemas.microsoft.com/office/drawing/2014/main" id="{0A170C7A-D899-D59F-5618-B5733CB6C64F}"/>
              </a:ext>
            </a:extLst>
          </p:cNvPr>
          <p:cNvSpPr/>
          <p:nvPr/>
        </p:nvSpPr>
        <p:spPr>
          <a:xfrm>
            <a:off x="449940" y="1992777"/>
            <a:ext cx="11350174" cy="1439852"/>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Reduce the allowed penalty points and increase speeding fines</a:t>
            </a:r>
          </a:p>
        </p:txBody>
      </p:sp>
      <p:sp>
        <p:nvSpPr>
          <p:cNvPr id="4" name="TextBox 3">
            <a:extLst>
              <a:ext uri="{FF2B5EF4-FFF2-40B4-BE49-F238E27FC236}">
                <a16:creationId xmlns:a16="http://schemas.microsoft.com/office/drawing/2014/main" id="{CFE8861C-04B0-65DC-0181-D95377A10586}"/>
              </a:ext>
            </a:extLst>
          </p:cNvPr>
          <p:cNvSpPr txBox="1"/>
          <p:nvPr/>
        </p:nvSpPr>
        <p:spPr>
          <a:xfrm>
            <a:off x="2347686" y="314996"/>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Recommendations</a:t>
            </a:r>
          </a:p>
        </p:txBody>
      </p:sp>
    </p:spTree>
    <p:extLst>
      <p:ext uri="{BB962C8B-B14F-4D97-AF65-F5344CB8AC3E}">
        <p14:creationId xmlns:p14="http://schemas.microsoft.com/office/powerpoint/2010/main" val="402595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A170C7A-D899-D59F-5618-B5733CB6C64F}"/>
              </a:ext>
            </a:extLst>
          </p:cNvPr>
          <p:cNvSpPr/>
          <p:nvPr/>
        </p:nvSpPr>
        <p:spPr>
          <a:xfrm>
            <a:off x="260105" y="1154881"/>
            <a:ext cx="5441502" cy="5559038"/>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t>1. Data Acquisition &amp; Integration</a:t>
            </a:r>
            <a:r>
              <a:rPr lang="ar-EG" sz="1400" b="1" dirty="0"/>
              <a:t> :</a:t>
            </a:r>
            <a:endParaRPr lang="en-US" sz="1400" b="1" dirty="0"/>
          </a:p>
          <a:p>
            <a:pPr marL="285750" indent="-285750">
              <a:buFont typeface="Arial" panose="020B0604020202020204" pitchFamily="34" charset="0"/>
              <a:buChar char="•"/>
            </a:pPr>
            <a:r>
              <a:rPr lang="en-US" sz="1400" b="1" dirty="0"/>
              <a:t>Data Sources:</a:t>
            </a:r>
            <a:r>
              <a:rPr lang="en-US" sz="1400" dirty="0"/>
              <a:t> Merged two distinct datasets to ensure </a:t>
            </a:r>
            <a:r>
              <a:rPr lang="en-US" sz="1400" b="1" dirty="0"/>
              <a:t>Data Diversity</a:t>
            </a:r>
            <a:r>
              <a:rPr lang="en-US" sz="1400" dirty="0"/>
              <a:t>:</a:t>
            </a:r>
          </a:p>
          <a:p>
            <a:pPr marL="742950" lvl="1" indent="-285750">
              <a:buFont typeface="Arial" panose="020B0604020202020204" pitchFamily="34" charset="0"/>
              <a:buChar char="•"/>
            </a:pPr>
            <a:r>
              <a:rPr lang="en-US" sz="1400" b="1" dirty="0">
                <a:hlinkClick r:id="rId3"/>
              </a:rPr>
              <a:t>Pothole Dataset</a:t>
            </a:r>
            <a:r>
              <a:rPr lang="en-US" sz="1400" b="1" dirty="0"/>
              <a:t>:</a:t>
            </a:r>
            <a:r>
              <a:rPr lang="en-US" sz="1400" dirty="0"/>
              <a:t> For detecting road surface defects.</a:t>
            </a:r>
          </a:p>
          <a:p>
            <a:pPr marL="742950" lvl="1" indent="-285750">
              <a:buFont typeface="Arial" panose="020B0604020202020204" pitchFamily="34" charset="0"/>
              <a:buChar char="•"/>
            </a:pPr>
            <a:r>
              <a:rPr lang="en-US" sz="1400" b="1" dirty="0">
                <a:hlinkClick r:id="rId4"/>
              </a:rPr>
              <a:t>Indian Driving Dataset (IDD):</a:t>
            </a:r>
            <a:r>
              <a:rPr lang="en-US" sz="1400" dirty="0">
                <a:hlinkClick r:id="rId4"/>
              </a:rPr>
              <a:t> </a:t>
            </a:r>
            <a:r>
              <a:rPr lang="en-US" sz="1400" dirty="0"/>
              <a:t>For pedestrian detection (selected due to the high similarity between Indian and Egyptian chaotic traffic environments).</a:t>
            </a:r>
          </a:p>
          <a:p>
            <a:pPr marL="285750" indent="-285750">
              <a:buFont typeface="Arial" panose="020B0604020202020204" pitchFamily="34" charset="0"/>
              <a:buChar char="•"/>
            </a:pPr>
            <a:r>
              <a:rPr lang="en-US" sz="1400" b="1" dirty="0"/>
              <a:t>The Challenge:</a:t>
            </a:r>
            <a:r>
              <a:rPr lang="en-US" sz="1400" dirty="0"/>
              <a:t> Handling </a:t>
            </a:r>
            <a:r>
              <a:rPr lang="en-US" sz="1400" b="1" dirty="0"/>
              <a:t>Heterogeneous Data</a:t>
            </a:r>
            <a:r>
              <a:rPr lang="en-US" sz="1400" dirty="0"/>
              <a:t> formats; Pothole annotations were in </a:t>
            </a:r>
            <a:r>
              <a:rPr lang="en-US" sz="1400" b="1" dirty="0"/>
              <a:t>XML</a:t>
            </a:r>
            <a:r>
              <a:rPr lang="en-US" sz="1400" dirty="0"/>
              <a:t> while Pedestrian data was in </a:t>
            </a:r>
            <a:r>
              <a:rPr lang="en-US" sz="1400" b="1" dirty="0"/>
              <a:t>YOLO TXT</a:t>
            </a:r>
            <a:r>
              <a:rPr lang="en-US" sz="1400" dirty="0"/>
              <a:t> format.</a:t>
            </a:r>
            <a:endParaRPr lang="ar-EG" sz="1400" dirty="0"/>
          </a:p>
          <a:p>
            <a:endParaRPr lang="en-US" sz="1400" dirty="0"/>
          </a:p>
          <a:p>
            <a:r>
              <a:rPr lang="en-US" sz="1400" b="1" dirty="0"/>
              <a:t>2. The Preprocessing Pipeline</a:t>
            </a:r>
            <a:r>
              <a:rPr lang="ar-EG" sz="1400" b="1" dirty="0"/>
              <a:t>:</a:t>
            </a:r>
            <a:endParaRPr lang="en-US" sz="1400" b="1" dirty="0"/>
          </a:p>
          <a:p>
            <a:pPr marL="285750" indent="-285750">
              <a:buFont typeface="Arial" panose="020B0604020202020204" pitchFamily="34" charset="0"/>
              <a:buChar char="•"/>
            </a:pPr>
            <a:r>
              <a:rPr lang="en-US" sz="1400" b="1" dirty="0"/>
              <a:t>The Logic:</a:t>
            </a:r>
            <a:r>
              <a:rPr lang="en-US" sz="1400" dirty="0"/>
              <a:t> Developed a custom </a:t>
            </a:r>
            <a:r>
              <a:rPr lang="en-US" sz="1400" b="1" dirty="0"/>
              <a:t>Automated Python Script</a:t>
            </a:r>
            <a:r>
              <a:rPr lang="en-US" sz="1400" dirty="0"/>
              <a:t> to perform the following:</a:t>
            </a:r>
          </a:p>
          <a:p>
            <a:pPr marL="742950" lvl="1" indent="-285750">
              <a:buFont typeface="Arial" panose="020B0604020202020204" pitchFamily="34" charset="0"/>
              <a:buChar char="•"/>
            </a:pPr>
            <a:r>
              <a:rPr lang="en-US" sz="1400" b="1" dirty="0"/>
              <a:t>Parsing:</a:t>
            </a:r>
            <a:r>
              <a:rPr lang="en-US" sz="1400" dirty="0"/>
              <a:t> Extracting raw coordinates from legacy XML files.</a:t>
            </a:r>
          </a:p>
          <a:p>
            <a:pPr marL="742950" lvl="1" indent="-285750">
              <a:buFont typeface="Arial" panose="020B0604020202020204" pitchFamily="34" charset="0"/>
              <a:buChar char="•"/>
            </a:pPr>
            <a:r>
              <a:rPr lang="en-US" sz="1400" b="1" dirty="0"/>
              <a:t>Conversion:</a:t>
            </a:r>
            <a:r>
              <a:rPr lang="en-US" sz="1400" dirty="0"/>
              <a:t> Transforming corner coordinates (</a:t>
            </a:r>
            <a:r>
              <a:rPr lang="en-US" sz="1400" dirty="0" err="1"/>
              <a:t>xmin</a:t>
            </a:r>
            <a:r>
              <a:rPr lang="en-US" sz="1400" dirty="0"/>
              <a:t>, </a:t>
            </a:r>
            <a:r>
              <a:rPr lang="en-US" sz="1400" dirty="0" err="1"/>
              <a:t>ymin</a:t>
            </a:r>
            <a:r>
              <a:rPr lang="en-US" sz="1400" dirty="0"/>
              <a:t>) into YOLO format (Center-X, Center-Y).</a:t>
            </a:r>
          </a:p>
          <a:p>
            <a:pPr marL="742950" lvl="1" indent="-285750">
              <a:buFont typeface="Arial" panose="020B0604020202020204" pitchFamily="34" charset="0"/>
              <a:buChar char="•"/>
            </a:pPr>
            <a:r>
              <a:rPr lang="en-US" sz="1400" b="1" dirty="0"/>
              <a:t>Normalization:</a:t>
            </a:r>
            <a:r>
              <a:rPr lang="en-US" sz="1400" dirty="0"/>
              <a:t> Scaling coordinates relative to image dimensions to achieve a unified </a:t>
            </a:r>
            <a:r>
              <a:rPr lang="en-US" sz="1400" b="1" dirty="0"/>
              <a:t>0-1 Scale</a:t>
            </a:r>
            <a:r>
              <a:rPr lang="en-US" sz="1400" dirty="0"/>
              <a:t>.</a:t>
            </a:r>
          </a:p>
          <a:p>
            <a:pPr marL="285750" indent="-285750">
              <a:buFont typeface="Arial" panose="020B0604020202020204" pitchFamily="34" charset="0"/>
              <a:buChar char="•"/>
            </a:pPr>
            <a:r>
              <a:rPr lang="en-US" sz="1400" b="1" dirty="0"/>
              <a:t>Outcome:</a:t>
            </a:r>
            <a:r>
              <a:rPr lang="en-US" sz="1400" dirty="0"/>
              <a:t> Created a clean, </a:t>
            </a:r>
            <a:r>
              <a:rPr lang="en-US" sz="1400" b="1" dirty="0"/>
              <a:t>Unified Dataset</a:t>
            </a:r>
            <a:r>
              <a:rPr lang="en-US" sz="1400" dirty="0"/>
              <a:t> ready for training.</a:t>
            </a:r>
          </a:p>
        </p:txBody>
      </p:sp>
      <p:sp>
        <p:nvSpPr>
          <p:cNvPr id="4" name="TextBox 3">
            <a:extLst>
              <a:ext uri="{FF2B5EF4-FFF2-40B4-BE49-F238E27FC236}">
                <a16:creationId xmlns:a16="http://schemas.microsoft.com/office/drawing/2014/main" id="{CFE8861C-04B0-65DC-0181-D95377A10586}"/>
              </a:ext>
            </a:extLst>
          </p:cNvPr>
          <p:cNvSpPr txBox="1"/>
          <p:nvPr/>
        </p:nvSpPr>
        <p:spPr>
          <a:xfrm>
            <a:off x="4027715" y="0"/>
            <a:ext cx="8164285" cy="1015663"/>
          </a:xfrm>
          <a:prstGeom prst="rect">
            <a:avLst/>
          </a:prstGeom>
          <a:noFill/>
        </p:spPr>
        <p:txBody>
          <a:bodyPr wrap="square">
            <a:spAutoFit/>
          </a:bodyPr>
          <a:lstStyle/>
          <a:p>
            <a:r>
              <a:rPr lang="en-US" sz="6000" dirty="0">
                <a:solidFill>
                  <a:srgbClr val="505F49"/>
                </a:solidFill>
                <a:latin typeface="Arial Black" panose="020B0A04020102020204" pitchFamily="34" charset="0"/>
              </a:rPr>
              <a:t>Ai-Model</a:t>
            </a:r>
          </a:p>
        </p:txBody>
      </p:sp>
      <p:sp>
        <p:nvSpPr>
          <p:cNvPr id="5" name="Rectangle: Rounded Corners 4">
            <a:extLst>
              <a:ext uri="{FF2B5EF4-FFF2-40B4-BE49-F238E27FC236}">
                <a16:creationId xmlns:a16="http://schemas.microsoft.com/office/drawing/2014/main" id="{7DFA245E-1D98-F284-4E23-95D25C1DBB2D}"/>
              </a:ext>
            </a:extLst>
          </p:cNvPr>
          <p:cNvSpPr/>
          <p:nvPr/>
        </p:nvSpPr>
        <p:spPr>
          <a:xfrm>
            <a:off x="6282887" y="1154881"/>
            <a:ext cx="5441502" cy="5559038"/>
          </a:xfrm>
          <a:prstGeom prst="roundRect">
            <a:avLst/>
          </a:prstGeom>
          <a:solidFill>
            <a:srgbClr val="505F49"/>
          </a:solidFill>
          <a:ln>
            <a:noFill/>
          </a:ln>
          <a:effectLst>
            <a:outerShdw blurRad="50800" dist="241300" dir="54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t>3. Model Architecture &amp; Training</a:t>
            </a:r>
            <a:r>
              <a:rPr lang="ar-EG" sz="1600" b="1" dirty="0"/>
              <a:t>:</a:t>
            </a:r>
            <a:endParaRPr lang="en-US" sz="1600" b="1" dirty="0"/>
          </a:p>
          <a:p>
            <a:pPr marL="285750" indent="-285750">
              <a:buFont typeface="Arial" panose="020B0604020202020204" pitchFamily="34" charset="0"/>
              <a:buChar char="•"/>
            </a:pPr>
            <a:r>
              <a:rPr lang="en-US" sz="1600" b="1" dirty="0"/>
              <a:t>Architecture:</a:t>
            </a:r>
            <a:r>
              <a:rPr lang="en-US" sz="1600" dirty="0"/>
              <a:t> Selected </a:t>
            </a:r>
            <a:r>
              <a:rPr lang="en-US" sz="1600" b="1" dirty="0"/>
              <a:t>YOLOv8 Nano</a:t>
            </a:r>
            <a:r>
              <a:rPr lang="en-US" sz="1600" dirty="0"/>
              <a:t> for two key reasons:</a:t>
            </a:r>
          </a:p>
          <a:p>
            <a:pPr marL="742950" lvl="1" indent="-285750">
              <a:buFont typeface="Arial" panose="020B0604020202020204" pitchFamily="34" charset="0"/>
              <a:buChar char="•"/>
            </a:pPr>
            <a:r>
              <a:rPr lang="en-US" sz="1600" b="1" dirty="0"/>
              <a:t>Lightweight:</a:t>
            </a:r>
            <a:r>
              <a:rPr lang="en-US" sz="1600" dirty="0"/>
              <a:t> Minimal computational cost.</a:t>
            </a:r>
          </a:p>
          <a:p>
            <a:pPr marL="742950" lvl="1" indent="-285750">
              <a:buFont typeface="Arial" panose="020B0604020202020204" pitchFamily="34" charset="0"/>
              <a:buChar char="•"/>
            </a:pPr>
            <a:r>
              <a:rPr lang="en-US" sz="1600" b="1" dirty="0"/>
              <a:t>Edge-Device Ready:</a:t>
            </a:r>
            <a:r>
              <a:rPr lang="en-US" sz="1600" dirty="0"/>
              <a:t> Optimized for mobile and embedded deployment.</a:t>
            </a:r>
          </a:p>
          <a:p>
            <a:pPr marL="285750" indent="-285750">
              <a:buFont typeface="Arial" panose="020B0604020202020204" pitchFamily="34" charset="0"/>
              <a:buChar char="•"/>
            </a:pPr>
            <a:r>
              <a:rPr lang="en-US" sz="1600" b="1" dirty="0"/>
              <a:t>Methodology:</a:t>
            </a:r>
            <a:r>
              <a:rPr lang="en-US" sz="1600" dirty="0"/>
              <a:t> Utilized </a:t>
            </a:r>
            <a:r>
              <a:rPr lang="en-US" sz="1600" b="1" dirty="0"/>
              <a:t>Transfer Learning</a:t>
            </a:r>
            <a:r>
              <a:rPr lang="en-US" sz="1600" dirty="0"/>
              <a:t> (initializing with pre-trained weights) to accelerate learning, and trained the model for </a:t>
            </a:r>
            <a:r>
              <a:rPr lang="en-US" sz="1600" b="1" dirty="0"/>
              <a:t>30 Epochs</a:t>
            </a:r>
            <a:r>
              <a:rPr lang="en-US" sz="1600" dirty="0"/>
              <a:t> to reach optimal </a:t>
            </a:r>
            <a:r>
              <a:rPr lang="en-US" sz="1600" b="1" dirty="0"/>
              <a:t>Convergence</a:t>
            </a:r>
            <a:r>
              <a:rPr lang="en-US" sz="1600" dirty="0"/>
              <a:t>.</a:t>
            </a:r>
          </a:p>
          <a:p>
            <a:endParaRPr lang="ar-EG" sz="1600" b="1" dirty="0"/>
          </a:p>
          <a:p>
            <a:r>
              <a:rPr lang="en-US" sz="1600" b="1" dirty="0"/>
              <a:t>4. Inference &amp; Performance</a:t>
            </a:r>
            <a:r>
              <a:rPr lang="ar-EG" sz="1600" b="1" dirty="0"/>
              <a:t> </a:t>
            </a:r>
            <a:r>
              <a:rPr lang="en-US" sz="1600" b="1" dirty="0"/>
              <a:t>Latency:</a:t>
            </a:r>
            <a:r>
              <a:rPr lang="en-US" sz="1600" dirty="0"/>
              <a:t> </a:t>
            </a:r>
            <a:endParaRPr lang="ar-EG" sz="1600" dirty="0"/>
          </a:p>
          <a:p>
            <a:pPr marL="742950" lvl="1" indent="-285750">
              <a:buFont typeface="Arial" panose="020B0604020202020204" pitchFamily="34" charset="0"/>
              <a:buChar char="•"/>
            </a:pPr>
            <a:r>
              <a:rPr lang="en-US" sz="1600" dirty="0"/>
              <a:t>Achieved an ultra-fast inference speed of </a:t>
            </a:r>
            <a:r>
              <a:rPr lang="en-US" sz="1600" b="1" dirty="0"/>
              <a:t>~7ms</a:t>
            </a:r>
            <a:r>
              <a:rPr lang="en-US" sz="1600" dirty="0"/>
              <a:t> per image.</a:t>
            </a:r>
          </a:p>
          <a:p>
            <a:pPr marL="742950" lvl="1" indent="-285750">
              <a:buFont typeface="Arial" panose="020B0604020202020204" pitchFamily="34" charset="0"/>
              <a:buChar char="•"/>
            </a:pPr>
            <a:r>
              <a:rPr lang="en-US" sz="1600" b="1" dirty="0"/>
              <a:t>Frame Rate (FPS):</a:t>
            </a:r>
            <a:r>
              <a:rPr lang="en-US" sz="1600" dirty="0"/>
              <a:t> The system operates at </a:t>
            </a:r>
            <a:r>
              <a:rPr lang="en-US" sz="1600" b="1" dirty="0"/>
              <a:t>+140 FPS</a:t>
            </a:r>
            <a:r>
              <a:rPr lang="en-US" sz="1600" dirty="0"/>
              <a:t>, making it a robust </a:t>
            </a:r>
            <a:r>
              <a:rPr lang="en-US" sz="1600" b="1" dirty="0"/>
              <a:t>Real-Time System</a:t>
            </a:r>
            <a:r>
              <a:rPr lang="en-US" sz="1600" dirty="0"/>
              <a:t> (approx. 4x faster than standard cameras).</a:t>
            </a:r>
          </a:p>
          <a:p>
            <a:pPr marL="285750" indent="-285750">
              <a:buFont typeface="Arial" panose="020B0604020202020204" pitchFamily="34" charset="0"/>
              <a:buChar char="•"/>
            </a:pPr>
            <a:r>
              <a:rPr lang="en-US" sz="1600" b="1" dirty="0"/>
              <a:t>Functionality:</a:t>
            </a:r>
            <a:r>
              <a:rPr lang="en-US" sz="1600" dirty="0"/>
              <a:t> Instantaneous detection and precise localization (</a:t>
            </a:r>
            <a:r>
              <a:rPr lang="en-US" sz="1600" b="1" dirty="0"/>
              <a:t>Bounding Boxes</a:t>
            </a:r>
            <a:r>
              <a:rPr lang="en-US" sz="1600" dirty="0"/>
              <a:t>) for both Potholes and Pedestrians.</a:t>
            </a:r>
          </a:p>
        </p:txBody>
      </p:sp>
    </p:spTree>
    <p:extLst>
      <p:ext uri="{BB962C8B-B14F-4D97-AF65-F5344CB8AC3E}">
        <p14:creationId xmlns:p14="http://schemas.microsoft.com/office/powerpoint/2010/main" val="54689227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p:cTn id="19"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21" dur="500"/>
                                        <p:tgtEl>
                                          <p:spTgt spid="3">
                                            <p:txEl>
                                              <p:pRg st="0" end="0"/>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 calcmode="lin" valueType="num">
                                      <p:cBhvr>
                                        <p:cTn id="2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3">
                                            <p:txEl>
                                              <p:pRg st="1" end="1"/>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31" dur="500"/>
                                        <p:tgtEl>
                                          <p:spTgt spid="3">
                                            <p:txEl>
                                              <p:pRg st="2" end="2"/>
                                            </p:txEl>
                                          </p:spTgt>
                                        </p:tgtEl>
                                      </p:cBhvr>
                                    </p:animEffect>
                                  </p:childTnLst>
                                </p:cTn>
                              </p:par>
                              <p:par>
                                <p:cTn id="32" presetID="53" presetClass="entr" presetSubtype="16" fill="hold"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 calcmode="lin" valueType="num">
                                      <p:cBhvr>
                                        <p:cTn id="34"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5"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36" dur="500"/>
                                        <p:tgtEl>
                                          <p:spTgt spid="3">
                                            <p:txEl>
                                              <p:pRg st="3" end="3"/>
                                            </p:txEl>
                                          </p:spTgt>
                                        </p:tgtEl>
                                      </p:cBhvr>
                                    </p:animEffect>
                                  </p:childTnLst>
                                </p:cTn>
                              </p:par>
                              <p:par>
                                <p:cTn id="37" presetID="53" presetClass="entr" presetSubtype="16"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41" dur="500"/>
                                        <p:tgtEl>
                                          <p:spTgt spid="3">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 calcmode="lin" valueType="num">
                                      <p:cBhvr additive="base">
                                        <p:cTn id="4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 calcmode="lin" valueType="num">
                                      <p:cBhvr additive="base">
                                        <p:cTn id="5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7" end="7"/>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 calcmode="lin" valueType="num">
                                      <p:cBhvr additive="base">
                                        <p:cTn id="5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 calcmode="lin" valueType="num">
                                      <p:cBhvr additive="base">
                                        <p:cTn id="5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9" end="9"/>
                                            </p:txEl>
                                          </p:spTgt>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 calcmode="lin" valueType="num">
                                      <p:cBhvr additive="base">
                                        <p:cTn id="62"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 calcmode="lin" valueType="num">
                                      <p:cBhvr additive="base">
                                        <p:cTn id="66"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5">
                                            <p:txEl>
                                              <p:pRg st="0" end="0"/>
                                            </p:txEl>
                                          </p:spTgt>
                                        </p:tgtEl>
                                        <p:attrNameLst>
                                          <p:attrName>style.visibility</p:attrName>
                                        </p:attrNameLst>
                                      </p:cBhvr>
                                      <p:to>
                                        <p:strVal val="visible"/>
                                      </p:to>
                                    </p:set>
                                    <p:animEffect transition="in" filter="fade">
                                      <p:cBhvr>
                                        <p:cTn id="72" dur="1000"/>
                                        <p:tgtEl>
                                          <p:spTgt spid="5">
                                            <p:txEl>
                                              <p:pRg st="0" end="0"/>
                                            </p:txEl>
                                          </p:spTgt>
                                        </p:tgtEl>
                                      </p:cBhvr>
                                    </p:animEffect>
                                    <p:anim calcmode="lin" valueType="num">
                                      <p:cBhvr>
                                        <p:cTn id="7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74" dur="1000" fill="hold"/>
                                        <p:tgtEl>
                                          <p:spTgt spid="5">
                                            <p:txEl>
                                              <p:pRg st="0" end="0"/>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5">
                                            <p:txEl>
                                              <p:pRg st="1" end="1"/>
                                            </p:txEl>
                                          </p:spTgt>
                                        </p:tgtEl>
                                        <p:attrNameLst>
                                          <p:attrName>style.visibility</p:attrName>
                                        </p:attrNameLst>
                                      </p:cBhvr>
                                      <p:to>
                                        <p:strVal val="visible"/>
                                      </p:to>
                                    </p:set>
                                    <p:animEffect transition="in" filter="fade">
                                      <p:cBhvr>
                                        <p:cTn id="77" dur="1000"/>
                                        <p:tgtEl>
                                          <p:spTgt spid="5">
                                            <p:txEl>
                                              <p:pRg st="1" end="1"/>
                                            </p:txEl>
                                          </p:spTgt>
                                        </p:tgtEl>
                                      </p:cBhvr>
                                    </p:animEffect>
                                    <p:anim calcmode="lin" valueType="num">
                                      <p:cBhvr>
                                        <p:cTn id="7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7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5">
                                            <p:txEl>
                                              <p:pRg st="2" end="2"/>
                                            </p:txEl>
                                          </p:spTgt>
                                        </p:tgtEl>
                                        <p:attrNameLst>
                                          <p:attrName>style.visibility</p:attrName>
                                        </p:attrNameLst>
                                      </p:cBhvr>
                                      <p:to>
                                        <p:strVal val="visible"/>
                                      </p:to>
                                    </p:set>
                                    <p:animEffect transition="in" filter="fade">
                                      <p:cBhvr>
                                        <p:cTn id="82" dur="1000"/>
                                        <p:tgtEl>
                                          <p:spTgt spid="5">
                                            <p:txEl>
                                              <p:pRg st="2" end="2"/>
                                            </p:txEl>
                                          </p:spTgt>
                                        </p:tgtEl>
                                      </p:cBhvr>
                                    </p:animEffect>
                                    <p:anim calcmode="lin" valueType="num">
                                      <p:cBhvr>
                                        <p:cTn id="8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8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5">
                                            <p:txEl>
                                              <p:pRg st="3" end="3"/>
                                            </p:txEl>
                                          </p:spTgt>
                                        </p:tgtEl>
                                        <p:attrNameLst>
                                          <p:attrName>style.visibility</p:attrName>
                                        </p:attrNameLst>
                                      </p:cBhvr>
                                      <p:to>
                                        <p:strVal val="visible"/>
                                      </p:to>
                                    </p:set>
                                    <p:animEffect transition="in" filter="fade">
                                      <p:cBhvr>
                                        <p:cTn id="87" dur="1000"/>
                                        <p:tgtEl>
                                          <p:spTgt spid="5">
                                            <p:txEl>
                                              <p:pRg st="3" end="3"/>
                                            </p:txEl>
                                          </p:spTgt>
                                        </p:tgtEl>
                                      </p:cBhvr>
                                    </p:animEffect>
                                    <p:anim calcmode="lin" valueType="num">
                                      <p:cBhvr>
                                        <p:cTn id="8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8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5">
                                            <p:txEl>
                                              <p:pRg st="4" end="4"/>
                                            </p:txEl>
                                          </p:spTgt>
                                        </p:tgtEl>
                                        <p:attrNameLst>
                                          <p:attrName>style.visibility</p:attrName>
                                        </p:attrNameLst>
                                      </p:cBhvr>
                                      <p:to>
                                        <p:strVal val="visible"/>
                                      </p:to>
                                    </p:set>
                                    <p:animEffect transition="in" filter="fade">
                                      <p:cBhvr>
                                        <p:cTn id="92" dur="1000"/>
                                        <p:tgtEl>
                                          <p:spTgt spid="5">
                                            <p:txEl>
                                              <p:pRg st="4" end="4"/>
                                            </p:txEl>
                                          </p:spTgt>
                                        </p:tgtEl>
                                      </p:cBhvr>
                                    </p:animEffect>
                                    <p:anim calcmode="lin" valueType="num">
                                      <p:cBhvr>
                                        <p:cTn id="9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5">
                                            <p:txEl>
                                              <p:pRg st="6" end="6"/>
                                            </p:txEl>
                                          </p:spTgt>
                                        </p:tgtEl>
                                        <p:attrNameLst>
                                          <p:attrName>style.visibility</p:attrName>
                                        </p:attrNameLst>
                                      </p:cBhvr>
                                      <p:to>
                                        <p:strVal val="visible"/>
                                      </p:to>
                                    </p:set>
                                    <p:animEffect transition="in" filter="wipe(down)">
                                      <p:cBhvr>
                                        <p:cTn id="99" dur="500"/>
                                        <p:tgtEl>
                                          <p:spTgt spid="5">
                                            <p:txEl>
                                              <p:pRg st="6" end="6"/>
                                            </p:txEl>
                                          </p:spTgt>
                                        </p:tgtEl>
                                      </p:cBhvr>
                                    </p:animEffect>
                                  </p:childTnLst>
                                </p:cTn>
                              </p:par>
                              <p:par>
                                <p:cTn id="100" presetID="22" presetClass="entr" presetSubtype="4" fill="hold" nodeType="withEffect">
                                  <p:stCondLst>
                                    <p:cond delay="0"/>
                                  </p:stCondLst>
                                  <p:childTnLst>
                                    <p:set>
                                      <p:cBhvr>
                                        <p:cTn id="101" dur="1" fill="hold">
                                          <p:stCondLst>
                                            <p:cond delay="0"/>
                                          </p:stCondLst>
                                        </p:cTn>
                                        <p:tgtEl>
                                          <p:spTgt spid="5">
                                            <p:txEl>
                                              <p:pRg st="7" end="7"/>
                                            </p:txEl>
                                          </p:spTgt>
                                        </p:tgtEl>
                                        <p:attrNameLst>
                                          <p:attrName>style.visibility</p:attrName>
                                        </p:attrNameLst>
                                      </p:cBhvr>
                                      <p:to>
                                        <p:strVal val="visible"/>
                                      </p:to>
                                    </p:set>
                                    <p:animEffect transition="in" filter="wipe(down)">
                                      <p:cBhvr>
                                        <p:cTn id="102" dur="500"/>
                                        <p:tgtEl>
                                          <p:spTgt spid="5">
                                            <p:txEl>
                                              <p:pRg st="7" end="7"/>
                                            </p:txEl>
                                          </p:spTgt>
                                        </p:tgtEl>
                                      </p:cBhvr>
                                    </p:animEffect>
                                  </p:childTnLst>
                                </p:cTn>
                              </p:par>
                              <p:par>
                                <p:cTn id="103" presetID="22" presetClass="entr" presetSubtype="4" fill="hold" nodeType="withEffect">
                                  <p:stCondLst>
                                    <p:cond delay="0"/>
                                  </p:stCondLst>
                                  <p:childTnLst>
                                    <p:set>
                                      <p:cBhvr>
                                        <p:cTn id="104" dur="1" fill="hold">
                                          <p:stCondLst>
                                            <p:cond delay="0"/>
                                          </p:stCondLst>
                                        </p:cTn>
                                        <p:tgtEl>
                                          <p:spTgt spid="5">
                                            <p:txEl>
                                              <p:pRg st="8" end="8"/>
                                            </p:txEl>
                                          </p:spTgt>
                                        </p:tgtEl>
                                        <p:attrNameLst>
                                          <p:attrName>style.visibility</p:attrName>
                                        </p:attrNameLst>
                                      </p:cBhvr>
                                      <p:to>
                                        <p:strVal val="visible"/>
                                      </p:to>
                                    </p:set>
                                    <p:animEffect transition="in" filter="wipe(down)">
                                      <p:cBhvr>
                                        <p:cTn id="105" dur="500"/>
                                        <p:tgtEl>
                                          <p:spTgt spid="5">
                                            <p:txEl>
                                              <p:pRg st="8" end="8"/>
                                            </p:txEl>
                                          </p:spTgt>
                                        </p:tgtEl>
                                      </p:cBhvr>
                                    </p:animEffect>
                                  </p:childTnLst>
                                </p:cTn>
                              </p:par>
                              <p:par>
                                <p:cTn id="106" presetID="22" presetClass="entr" presetSubtype="4" fill="hold" nodeType="withEffect">
                                  <p:stCondLst>
                                    <p:cond delay="0"/>
                                  </p:stCondLst>
                                  <p:childTnLst>
                                    <p:set>
                                      <p:cBhvr>
                                        <p:cTn id="107" dur="1" fill="hold">
                                          <p:stCondLst>
                                            <p:cond delay="0"/>
                                          </p:stCondLst>
                                        </p:cTn>
                                        <p:tgtEl>
                                          <p:spTgt spid="5">
                                            <p:txEl>
                                              <p:pRg st="9" end="9"/>
                                            </p:txEl>
                                          </p:spTgt>
                                        </p:tgtEl>
                                        <p:attrNameLst>
                                          <p:attrName>style.visibility</p:attrName>
                                        </p:attrNameLst>
                                      </p:cBhvr>
                                      <p:to>
                                        <p:strVal val="visible"/>
                                      </p:to>
                                    </p:set>
                                    <p:animEffect transition="in" filter="wipe(down)">
                                      <p:cBhvr>
                                        <p:cTn id="10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9000" b="-119000"/>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9BEAFD-6A8D-926E-DD5D-9092EC50C2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4802"/>
            <a:ext cx="5983833" cy="3622478"/>
          </a:xfrm>
          <a:prstGeom prst="rect">
            <a:avLst/>
          </a:prstGeom>
        </p:spPr>
      </p:pic>
      <p:pic>
        <p:nvPicPr>
          <p:cNvPr id="6" name="Picture 5">
            <a:extLst>
              <a:ext uri="{FF2B5EF4-FFF2-40B4-BE49-F238E27FC236}">
                <a16:creationId xmlns:a16="http://schemas.microsoft.com/office/drawing/2014/main" id="{3E51C3E9-ADAC-4A2F-421D-CA3462C7DD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1140" y="3751605"/>
            <a:ext cx="6268693" cy="3106395"/>
          </a:xfrm>
          <a:prstGeom prst="rect">
            <a:avLst/>
          </a:prstGeom>
        </p:spPr>
      </p:pic>
      <p:pic>
        <p:nvPicPr>
          <p:cNvPr id="7" name="Picture 6">
            <a:extLst>
              <a:ext uri="{FF2B5EF4-FFF2-40B4-BE49-F238E27FC236}">
                <a16:creationId xmlns:a16="http://schemas.microsoft.com/office/drawing/2014/main" id="{BF650724-2381-13D7-322C-5D9104ED69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57" y="-59523"/>
            <a:ext cx="6061343" cy="3999779"/>
          </a:xfrm>
          <a:prstGeom prst="rect">
            <a:avLst/>
          </a:prstGeom>
        </p:spPr>
      </p:pic>
      <p:pic>
        <p:nvPicPr>
          <p:cNvPr id="9" name="Picture 8">
            <a:extLst>
              <a:ext uri="{FF2B5EF4-FFF2-40B4-BE49-F238E27FC236}">
                <a16:creationId xmlns:a16="http://schemas.microsoft.com/office/drawing/2014/main" id="{B6433A00-A0DC-282E-7401-F8C1D095314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2167" y="3869028"/>
            <a:ext cx="6096001" cy="3145013"/>
          </a:xfrm>
          <a:prstGeom prst="rect">
            <a:avLst/>
          </a:prstGeom>
        </p:spPr>
      </p:pic>
    </p:spTree>
    <p:extLst>
      <p:ext uri="{BB962C8B-B14F-4D97-AF65-F5344CB8AC3E}">
        <p14:creationId xmlns:p14="http://schemas.microsoft.com/office/powerpoint/2010/main" val="393161245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arn(inVertic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D82194-2D8D-6F09-B4EC-AE541FD03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841171" y="-2492833"/>
            <a:ext cx="6858001" cy="11843658"/>
          </a:xfrm>
          <a:prstGeom prst="rect">
            <a:avLst/>
          </a:prstGeom>
        </p:spPr>
      </p:pic>
      <p:sp>
        <p:nvSpPr>
          <p:cNvPr id="35" name="Freeform: Shape 34">
            <a:extLst>
              <a:ext uri="{FF2B5EF4-FFF2-40B4-BE49-F238E27FC236}">
                <a16:creationId xmlns:a16="http://schemas.microsoft.com/office/drawing/2014/main" id="{E22BD4AB-ACBB-F449-EBBE-E80DE4D27552}"/>
              </a:ext>
            </a:extLst>
          </p:cNvPr>
          <p:cNvSpPr/>
          <p:nvPr/>
        </p:nvSpPr>
        <p:spPr>
          <a:xfrm>
            <a:off x="1" y="0"/>
            <a:ext cx="6721365" cy="6858000"/>
          </a:xfrm>
          <a:custGeom>
            <a:avLst/>
            <a:gdLst>
              <a:gd name="connsiteX0" fmla="*/ 0 w 6721365"/>
              <a:gd name="connsiteY0" fmla="*/ 0 h 6858000"/>
              <a:gd name="connsiteX1" fmla="*/ 5821277 w 6721365"/>
              <a:gd name="connsiteY1" fmla="*/ 0 h 6858000"/>
              <a:gd name="connsiteX2" fmla="*/ 6721365 w 6721365"/>
              <a:gd name="connsiteY2" fmla="*/ 6858000 h 6858000"/>
              <a:gd name="connsiteX3" fmla="*/ 0 w 6721365"/>
              <a:gd name="connsiteY3" fmla="*/ 6858000 h 6858000"/>
              <a:gd name="connsiteX0" fmla="*/ 0 w 6721365"/>
              <a:gd name="connsiteY0" fmla="*/ 0 h 6858000"/>
              <a:gd name="connsiteX1" fmla="*/ 6271220 w 6721365"/>
              <a:gd name="connsiteY1" fmla="*/ 0 h 6858000"/>
              <a:gd name="connsiteX2" fmla="*/ 6721365 w 6721365"/>
              <a:gd name="connsiteY2" fmla="*/ 6858000 h 6858000"/>
              <a:gd name="connsiteX3" fmla="*/ 0 w 6721365"/>
              <a:gd name="connsiteY3" fmla="*/ 6858000 h 6858000"/>
              <a:gd name="connsiteX4" fmla="*/ 0 w 672136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365" h="6858000">
                <a:moveTo>
                  <a:pt x="0" y="0"/>
                </a:moveTo>
                <a:lnTo>
                  <a:pt x="6271220" y="0"/>
                </a:lnTo>
                <a:cubicBezTo>
                  <a:pt x="5086895" y="3429000"/>
                  <a:pt x="6721365" y="3429000"/>
                  <a:pt x="6721365" y="6858000"/>
                </a:cubicBezTo>
                <a:lnTo>
                  <a:pt x="0" y="6858000"/>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TextBox 39">
            <a:extLst>
              <a:ext uri="{FF2B5EF4-FFF2-40B4-BE49-F238E27FC236}">
                <a16:creationId xmlns:a16="http://schemas.microsoft.com/office/drawing/2014/main" id="{C04DA1E2-3FAE-CA1F-9A96-B855622B2641}"/>
              </a:ext>
            </a:extLst>
          </p:cNvPr>
          <p:cNvSpPr txBox="1"/>
          <p:nvPr/>
        </p:nvSpPr>
        <p:spPr>
          <a:xfrm>
            <a:off x="506396" y="725715"/>
            <a:ext cx="3828420" cy="830997"/>
          </a:xfrm>
          <a:prstGeom prst="rect">
            <a:avLst/>
          </a:prstGeom>
          <a:noFill/>
        </p:spPr>
        <p:txBody>
          <a:bodyPr wrap="none" rtlCol="0">
            <a:spAutoFit/>
          </a:bodyPr>
          <a:lstStyle/>
          <a:p>
            <a:r>
              <a:rPr lang="en-US" sz="4800" dirty="0">
                <a:solidFill>
                  <a:srgbClr val="738969"/>
                </a:solidFill>
                <a:latin typeface="Arial Black" panose="020B0A04020102020204" pitchFamily="34" charset="0"/>
              </a:rPr>
              <a:t>conclusion</a:t>
            </a:r>
          </a:p>
        </p:txBody>
      </p:sp>
      <p:sp>
        <p:nvSpPr>
          <p:cNvPr id="41" name="TextBox 40">
            <a:extLst>
              <a:ext uri="{FF2B5EF4-FFF2-40B4-BE49-F238E27FC236}">
                <a16:creationId xmlns:a16="http://schemas.microsoft.com/office/drawing/2014/main" id="{79B6C8F9-7654-A34D-3448-6D4722C263D5}"/>
              </a:ext>
            </a:extLst>
          </p:cNvPr>
          <p:cNvSpPr txBox="1"/>
          <p:nvPr/>
        </p:nvSpPr>
        <p:spPr>
          <a:xfrm>
            <a:off x="609598" y="1556712"/>
            <a:ext cx="5167088" cy="5262979"/>
          </a:xfrm>
          <a:prstGeom prst="rect">
            <a:avLst/>
          </a:prstGeom>
          <a:noFill/>
        </p:spPr>
        <p:txBody>
          <a:bodyPr wrap="square" rtlCol="0">
            <a:spAutoFit/>
          </a:bodyPr>
          <a:lstStyle/>
          <a:p>
            <a:r>
              <a:rPr lang="en-US" sz="2800" dirty="0">
                <a:solidFill>
                  <a:srgbClr val="2F4F33"/>
                </a:solidFill>
                <a:latin typeface="Arial" panose="020B0604020202020204" pitchFamily="34" charset="0"/>
                <a:cs typeface="Arial" panose="020B0604020202020204" pitchFamily="34" charset="0"/>
              </a:rPr>
              <a:t>reducing road accidents is not just about rules — it’s about understanding the data behind every crash, every injury, and every life affected. Through data analysis and smart traffic systems like ITS, we can turn numbers into real solutions and make our roads safer for everyone. Our work today isn’t just statistics — it’s a step toward saving lives</a:t>
            </a:r>
          </a:p>
        </p:txBody>
      </p:sp>
    </p:spTree>
    <p:extLst>
      <p:ext uri="{BB962C8B-B14F-4D97-AF65-F5344CB8AC3E}">
        <p14:creationId xmlns:p14="http://schemas.microsoft.com/office/powerpoint/2010/main" val="116959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2.91667E-6 0 L 0.25 0 " pathEditMode="relative" rAng="0" ptsTypes="AA">
                                      <p:cBhvr>
                                        <p:cTn id="6" dur="4250" fill="hold"/>
                                        <p:tgtEl>
                                          <p:spTgt spid="39"/>
                                        </p:tgtEl>
                                        <p:attrNameLst>
                                          <p:attrName>ppt_x</p:attrName>
                                          <p:attrName>ppt_y</p:attrName>
                                        </p:attrNameLst>
                                      </p:cBhvr>
                                      <p:rCtr x="12500" y="0"/>
                                    </p:animMotion>
                                  </p:childTnLst>
                                </p:cTn>
                              </p:par>
                              <p:par>
                                <p:cTn id="7" presetID="22" presetClass="entr" presetSubtype="1" fill="hold" nodeType="withEffect">
                                  <p:stCondLst>
                                    <p:cond delay="0"/>
                                  </p:stCondLst>
                                  <p:childTnLst>
                                    <p:set>
                                      <p:cBhvr>
                                        <p:cTn id="8" dur="1" fill="hold">
                                          <p:stCondLst>
                                            <p:cond delay="0"/>
                                          </p:stCondLst>
                                        </p:cTn>
                                        <p:tgtEl>
                                          <p:spTgt spid="41">
                                            <p:txEl>
                                              <p:pRg st="0" end="0"/>
                                            </p:txEl>
                                          </p:spTgt>
                                        </p:tgtEl>
                                        <p:attrNameLst>
                                          <p:attrName>style.visibility</p:attrName>
                                        </p:attrNameLst>
                                      </p:cBhvr>
                                      <p:to>
                                        <p:strVal val="visible"/>
                                      </p:to>
                                    </p:set>
                                    <p:animEffect transition="in" filter="wipe(up)">
                                      <p:cBhvr>
                                        <p:cTn id="9" dur="10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2013 - 2022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B7FCA5819089743800FE36A4B4124EA" ma:contentTypeVersion="1" ma:contentTypeDescription="Create a new document." ma:contentTypeScope="" ma:versionID="fbe6f8e8a251bded2b9c70b179d8e018">
  <xsd:schema xmlns:xsd="http://www.w3.org/2001/XMLSchema" xmlns:xs="http://www.w3.org/2001/XMLSchema" xmlns:p="http://schemas.microsoft.com/office/2006/metadata/properties" xmlns:ns3="084c2cb1-be03-4403-a2ae-07342b669787" targetNamespace="http://schemas.microsoft.com/office/2006/metadata/properties" ma:root="true" ma:fieldsID="a2d5b888fc2f1692bb79393cebc7fa99" ns3:_="">
    <xsd:import namespace="084c2cb1-be03-4403-a2ae-07342b669787"/>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c2cb1-be03-4403-a2ae-07342b66978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450DCD-19FD-4215-8983-D8CF0D8D8AF6}">
  <ds:schemaRefs>
    <ds:schemaRef ds:uri="http://purl.org/dc/dcmitype/"/>
    <ds:schemaRef ds:uri="http://purl.org/dc/terms/"/>
    <ds:schemaRef ds:uri="http://purl.org/dc/elements/1.1/"/>
    <ds:schemaRef ds:uri="http://schemas.microsoft.com/office/2006/documentManagement/types"/>
    <ds:schemaRef ds:uri="084c2cb1-be03-4403-a2ae-07342b669787"/>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B1CD741-840F-4523-84B2-78E1F1E975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84c2cb1-be03-4403-a2ae-07342b6697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094B616-1C09-4FF4-A707-093723FD84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2641</TotalTime>
  <Words>1669</Words>
  <Application>Microsoft Office PowerPoint</Application>
  <PresentationFormat>Widescreen</PresentationFormat>
  <Paragraphs>197</Paragraphs>
  <Slides>43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 Display</vt:lpstr>
      <vt:lpstr>Arial</vt:lpstr>
      <vt:lpstr>Arial Black</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21012022200095</dc:creator>
  <cp:lastModifiedBy>20412022100097</cp:lastModifiedBy>
  <cp:revision>16</cp:revision>
  <dcterms:created xsi:type="dcterms:W3CDTF">2025-10-09T00:41:48Z</dcterms:created>
  <dcterms:modified xsi:type="dcterms:W3CDTF">2025-12-09T23:04:33Z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0x0101002B7FCA5819089743800FE36A4B4124EA</vt:lpwstr>
  </property>
</Properties>
</file>